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BAF6B2-06FD-4FC0-AB9B-6B2A1ADEDAD5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EAAFFC-9F16-43D9-9A2A-09AB99272C43}">
      <dgm:prSet/>
      <dgm:spPr/>
      <dgm:t>
        <a:bodyPr/>
        <a:lstStyle/>
        <a:p>
          <a:r>
            <a:rPr lang="en-US"/>
            <a:t>Manual tracking is difficult.</a:t>
          </a:r>
        </a:p>
      </dgm:t>
    </dgm:pt>
    <dgm:pt modelId="{71A259B4-4E25-4F90-A61E-D63A79D1309A}" type="parTrans" cxnId="{C6E0A33D-21C0-4929-95DF-4F719C677F65}">
      <dgm:prSet/>
      <dgm:spPr/>
      <dgm:t>
        <a:bodyPr/>
        <a:lstStyle/>
        <a:p>
          <a:endParaRPr lang="en-US"/>
        </a:p>
      </dgm:t>
    </dgm:pt>
    <dgm:pt modelId="{333CA107-7D50-4D5B-B4DA-BD3199ECAF57}" type="sibTrans" cxnId="{C6E0A33D-21C0-4929-95DF-4F719C677F65}">
      <dgm:prSet/>
      <dgm:spPr/>
      <dgm:t>
        <a:bodyPr/>
        <a:lstStyle/>
        <a:p>
          <a:endParaRPr lang="en-US"/>
        </a:p>
      </dgm:t>
    </dgm:pt>
    <dgm:pt modelId="{D2BA9656-81C5-486F-BC96-3CD76CF3BFF4}">
      <dgm:prSet/>
      <dgm:spPr/>
      <dgm:t>
        <a:bodyPr/>
        <a:lstStyle/>
        <a:p>
          <a:r>
            <a:rPr lang="en-US"/>
            <a:t>Large-scale data processing required.</a:t>
          </a:r>
        </a:p>
      </dgm:t>
    </dgm:pt>
    <dgm:pt modelId="{9425A9E9-4169-427F-9560-4F5CC07002C2}" type="parTrans" cxnId="{1FD84B7A-1CE3-4B4C-863A-86937CBA41DA}">
      <dgm:prSet/>
      <dgm:spPr/>
      <dgm:t>
        <a:bodyPr/>
        <a:lstStyle/>
        <a:p>
          <a:endParaRPr lang="en-US"/>
        </a:p>
      </dgm:t>
    </dgm:pt>
    <dgm:pt modelId="{194E5B2F-3ABC-4C05-89A7-DD9C1E54807C}" type="sibTrans" cxnId="{1FD84B7A-1CE3-4B4C-863A-86937CBA41DA}">
      <dgm:prSet/>
      <dgm:spPr/>
      <dgm:t>
        <a:bodyPr/>
        <a:lstStyle/>
        <a:p>
          <a:endParaRPr lang="en-US"/>
        </a:p>
      </dgm:t>
    </dgm:pt>
    <dgm:pt modelId="{59396656-12C8-4D6C-971D-3EC8AD5F96EE}">
      <dgm:prSet/>
      <dgm:spPr/>
      <dgm:t>
        <a:bodyPr/>
        <a:lstStyle/>
        <a:p>
          <a:r>
            <a:rPr lang="en-US"/>
            <a:t>Need scalable and real-time analytics.</a:t>
          </a:r>
        </a:p>
      </dgm:t>
    </dgm:pt>
    <dgm:pt modelId="{1729A2A2-644A-4BE6-B1B7-52FD61B1066D}" type="parTrans" cxnId="{33916B31-09AD-496D-A051-533172727F88}">
      <dgm:prSet/>
      <dgm:spPr/>
      <dgm:t>
        <a:bodyPr/>
        <a:lstStyle/>
        <a:p>
          <a:endParaRPr lang="en-US"/>
        </a:p>
      </dgm:t>
    </dgm:pt>
    <dgm:pt modelId="{9675CB5C-1FA8-4634-A26C-6346F61A441A}" type="sibTrans" cxnId="{33916B31-09AD-496D-A051-533172727F88}">
      <dgm:prSet/>
      <dgm:spPr/>
      <dgm:t>
        <a:bodyPr/>
        <a:lstStyle/>
        <a:p>
          <a:endParaRPr lang="en-US"/>
        </a:p>
      </dgm:t>
    </dgm:pt>
    <dgm:pt modelId="{E0473CC7-1F4E-4704-AAF4-9F24454C69F9}" type="pres">
      <dgm:prSet presAssocID="{EDBAF6B2-06FD-4FC0-AB9B-6B2A1ADEDAD5}" presName="Name0" presStyleCnt="0">
        <dgm:presLayoutVars>
          <dgm:dir/>
          <dgm:animLvl val="lvl"/>
          <dgm:resizeHandles val="exact"/>
        </dgm:presLayoutVars>
      </dgm:prSet>
      <dgm:spPr/>
    </dgm:pt>
    <dgm:pt modelId="{232D1E7B-8089-4A5D-8F5D-D4C3919C6EFC}" type="pres">
      <dgm:prSet presAssocID="{59396656-12C8-4D6C-971D-3EC8AD5F96EE}" presName="boxAndChildren" presStyleCnt="0"/>
      <dgm:spPr/>
    </dgm:pt>
    <dgm:pt modelId="{836416D3-9279-43DB-A45C-B895C9BDDFC3}" type="pres">
      <dgm:prSet presAssocID="{59396656-12C8-4D6C-971D-3EC8AD5F96EE}" presName="parentTextBox" presStyleLbl="node1" presStyleIdx="0" presStyleCnt="3"/>
      <dgm:spPr/>
    </dgm:pt>
    <dgm:pt modelId="{186285D3-031F-49C0-AF6B-B0F9816BC09F}" type="pres">
      <dgm:prSet presAssocID="{194E5B2F-3ABC-4C05-89A7-DD9C1E54807C}" presName="sp" presStyleCnt="0"/>
      <dgm:spPr/>
    </dgm:pt>
    <dgm:pt modelId="{CA876696-9D20-4CFD-A63B-16572F3DC22C}" type="pres">
      <dgm:prSet presAssocID="{D2BA9656-81C5-486F-BC96-3CD76CF3BFF4}" presName="arrowAndChildren" presStyleCnt="0"/>
      <dgm:spPr/>
    </dgm:pt>
    <dgm:pt modelId="{979B7EFA-5CF4-4DBC-B963-A3836385B8F6}" type="pres">
      <dgm:prSet presAssocID="{D2BA9656-81C5-486F-BC96-3CD76CF3BFF4}" presName="parentTextArrow" presStyleLbl="node1" presStyleIdx="1" presStyleCnt="3"/>
      <dgm:spPr/>
    </dgm:pt>
    <dgm:pt modelId="{BCD59705-3EBA-49FD-8549-4620BAF8CB6F}" type="pres">
      <dgm:prSet presAssocID="{333CA107-7D50-4D5B-B4DA-BD3199ECAF57}" presName="sp" presStyleCnt="0"/>
      <dgm:spPr/>
    </dgm:pt>
    <dgm:pt modelId="{CDB68969-8222-4958-9250-C59C85CD760A}" type="pres">
      <dgm:prSet presAssocID="{F2EAAFFC-9F16-43D9-9A2A-09AB99272C43}" presName="arrowAndChildren" presStyleCnt="0"/>
      <dgm:spPr/>
    </dgm:pt>
    <dgm:pt modelId="{70476E61-3320-4A33-9E2A-820701C1BE67}" type="pres">
      <dgm:prSet presAssocID="{F2EAAFFC-9F16-43D9-9A2A-09AB99272C43}" presName="parentTextArrow" presStyleLbl="node1" presStyleIdx="2" presStyleCnt="3"/>
      <dgm:spPr/>
    </dgm:pt>
  </dgm:ptLst>
  <dgm:cxnLst>
    <dgm:cxn modelId="{8FFC6F02-AD0C-4EC5-8F66-87C79D0678BF}" type="presOf" srcId="{59396656-12C8-4D6C-971D-3EC8AD5F96EE}" destId="{836416D3-9279-43DB-A45C-B895C9BDDFC3}" srcOrd="0" destOrd="0" presId="urn:microsoft.com/office/officeart/2005/8/layout/process4"/>
    <dgm:cxn modelId="{E8431B0F-F16A-4A49-AAAE-E36A697ECFE5}" type="presOf" srcId="{EDBAF6B2-06FD-4FC0-AB9B-6B2A1ADEDAD5}" destId="{E0473CC7-1F4E-4704-AAF4-9F24454C69F9}" srcOrd="0" destOrd="0" presId="urn:microsoft.com/office/officeart/2005/8/layout/process4"/>
    <dgm:cxn modelId="{33916B31-09AD-496D-A051-533172727F88}" srcId="{EDBAF6B2-06FD-4FC0-AB9B-6B2A1ADEDAD5}" destId="{59396656-12C8-4D6C-971D-3EC8AD5F96EE}" srcOrd="2" destOrd="0" parTransId="{1729A2A2-644A-4BE6-B1B7-52FD61B1066D}" sibTransId="{9675CB5C-1FA8-4634-A26C-6346F61A441A}"/>
    <dgm:cxn modelId="{C6E0A33D-21C0-4929-95DF-4F719C677F65}" srcId="{EDBAF6B2-06FD-4FC0-AB9B-6B2A1ADEDAD5}" destId="{F2EAAFFC-9F16-43D9-9A2A-09AB99272C43}" srcOrd="0" destOrd="0" parTransId="{71A259B4-4E25-4F90-A61E-D63A79D1309A}" sibTransId="{333CA107-7D50-4D5B-B4DA-BD3199ECAF57}"/>
    <dgm:cxn modelId="{1FD84B7A-1CE3-4B4C-863A-86937CBA41DA}" srcId="{EDBAF6B2-06FD-4FC0-AB9B-6B2A1ADEDAD5}" destId="{D2BA9656-81C5-486F-BC96-3CD76CF3BFF4}" srcOrd="1" destOrd="0" parTransId="{9425A9E9-4169-427F-9560-4F5CC07002C2}" sibTransId="{194E5B2F-3ABC-4C05-89A7-DD9C1E54807C}"/>
    <dgm:cxn modelId="{38BFA17F-D571-4EFC-88BE-E9A96F883388}" type="presOf" srcId="{F2EAAFFC-9F16-43D9-9A2A-09AB99272C43}" destId="{70476E61-3320-4A33-9E2A-820701C1BE67}" srcOrd="0" destOrd="0" presId="urn:microsoft.com/office/officeart/2005/8/layout/process4"/>
    <dgm:cxn modelId="{660F07BC-C8AE-479B-828D-A472FCC43437}" type="presOf" srcId="{D2BA9656-81C5-486F-BC96-3CD76CF3BFF4}" destId="{979B7EFA-5CF4-4DBC-B963-A3836385B8F6}" srcOrd="0" destOrd="0" presId="urn:microsoft.com/office/officeart/2005/8/layout/process4"/>
    <dgm:cxn modelId="{E050EC58-53AB-487A-B907-8FDD2C94EB3C}" type="presParOf" srcId="{E0473CC7-1F4E-4704-AAF4-9F24454C69F9}" destId="{232D1E7B-8089-4A5D-8F5D-D4C3919C6EFC}" srcOrd="0" destOrd="0" presId="urn:microsoft.com/office/officeart/2005/8/layout/process4"/>
    <dgm:cxn modelId="{9618B4D8-E9FA-4D38-BF65-9086EF104260}" type="presParOf" srcId="{232D1E7B-8089-4A5D-8F5D-D4C3919C6EFC}" destId="{836416D3-9279-43DB-A45C-B895C9BDDFC3}" srcOrd="0" destOrd="0" presId="urn:microsoft.com/office/officeart/2005/8/layout/process4"/>
    <dgm:cxn modelId="{0DA8EC56-A2D2-4499-AA71-0E9BE9D5927B}" type="presParOf" srcId="{E0473CC7-1F4E-4704-AAF4-9F24454C69F9}" destId="{186285D3-031F-49C0-AF6B-B0F9816BC09F}" srcOrd="1" destOrd="0" presId="urn:microsoft.com/office/officeart/2005/8/layout/process4"/>
    <dgm:cxn modelId="{6D266ABF-A320-4C0C-ABC3-13C8F72A580F}" type="presParOf" srcId="{E0473CC7-1F4E-4704-AAF4-9F24454C69F9}" destId="{CA876696-9D20-4CFD-A63B-16572F3DC22C}" srcOrd="2" destOrd="0" presId="urn:microsoft.com/office/officeart/2005/8/layout/process4"/>
    <dgm:cxn modelId="{763CB2C2-A8DD-4C8B-AD63-25F9105A036B}" type="presParOf" srcId="{CA876696-9D20-4CFD-A63B-16572F3DC22C}" destId="{979B7EFA-5CF4-4DBC-B963-A3836385B8F6}" srcOrd="0" destOrd="0" presId="urn:microsoft.com/office/officeart/2005/8/layout/process4"/>
    <dgm:cxn modelId="{9537E640-2BAE-468E-8FE0-F5E348B52446}" type="presParOf" srcId="{E0473CC7-1F4E-4704-AAF4-9F24454C69F9}" destId="{BCD59705-3EBA-49FD-8549-4620BAF8CB6F}" srcOrd="3" destOrd="0" presId="urn:microsoft.com/office/officeart/2005/8/layout/process4"/>
    <dgm:cxn modelId="{54B771C6-94E3-4F56-A595-A4E1FD42AE98}" type="presParOf" srcId="{E0473CC7-1F4E-4704-AAF4-9F24454C69F9}" destId="{CDB68969-8222-4958-9250-C59C85CD760A}" srcOrd="4" destOrd="0" presId="urn:microsoft.com/office/officeart/2005/8/layout/process4"/>
    <dgm:cxn modelId="{3D0D5277-8169-4A13-A22D-4896F74B5EAA}" type="presParOf" srcId="{CDB68969-8222-4958-9250-C59C85CD760A}" destId="{70476E61-3320-4A33-9E2A-820701C1BE6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CF0EFA-FD96-411A-B7B5-655C1ED68CE6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A5D071C-9A88-43CC-9F12-8CA712248FE4}">
      <dgm:prSet/>
      <dgm:spPr/>
      <dgm:t>
        <a:bodyPr/>
        <a:lstStyle/>
        <a:p>
          <a:r>
            <a:rPr lang="en-US"/>
            <a:t>Analyze</a:t>
          </a:r>
        </a:p>
      </dgm:t>
    </dgm:pt>
    <dgm:pt modelId="{B9CB4232-699D-4DAF-B667-461DB97EFFE3}" type="parTrans" cxnId="{58EAE732-6ECE-42DF-9636-A5E7EF2AE034}">
      <dgm:prSet/>
      <dgm:spPr/>
      <dgm:t>
        <a:bodyPr/>
        <a:lstStyle/>
        <a:p>
          <a:endParaRPr lang="en-US"/>
        </a:p>
      </dgm:t>
    </dgm:pt>
    <dgm:pt modelId="{3365E46B-1FA0-4276-A7F3-725A34BBD01E}" type="sibTrans" cxnId="{58EAE732-6ECE-42DF-9636-A5E7EF2AE034}">
      <dgm:prSet/>
      <dgm:spPr/>
      <dgm:t>
        <a:bodyPr/>
        <a:lstStyle/>
        <a:p>
          <a:endParaRPr lang="en-US"/>
        </a:p>
      </dgm:t>
    </dgm:pt>
    <dgm:pt modelId="{61DDD748-C78B-46FB-96EF-A2D44317AC97}">
      <dgm:prSet/>
      <dgm:spPr/>
      <dgm:t>
        <a:bodyPr/>
        <a:lstStyle/>
        <a:p>
          <a:r>
            <a:rPr lang="en-US"/>
            <a:t>Analyze course usage patterns.</a:t>
          </a:r>
        </a:p>
      </dgm:t>
    </dgm:pt>
    <dgm:pt modelId="{68BE373A-BAA6-4D83-9E06-8EBF68CD6727}" type="parTrans" cxnId="{DE14E330-0FE3-4A6A-98D2-B388F0925595}">
      <dgm:prSet/>
      <dgm:spPr/>
      <dgm:t>
        <a:bodyPr/>
        <a:lstStyle/>
        <a:p>
          <a:endParaRPr lang="en-US"/>
        </a:p>
      </dgm:t>
    </dgm:pt>
    <dgm:pt modelId="{5DEC4974-1A18-4197-B88D-B3BA30FA0E40}" type="sibTrans" cxnId="{DE14E330-0FE3-4A6A-98D2-B388F0925595}">
      <dgm:prSet/>
      <dgm:spPr/>
      <dgm:t>
        <a:bodyPr/>
        <a:lstStyle/>
        <a:p>
          <a:endParaRPr lang="en-US"/>
        </a:p>
      </dgm:t>
    </dgm:pt>
    <dgm:pt modelId="{46AC8F44-59E1-4590-9E62-742D8D3B5E6A}">
      <dgm:prSet/>
      <dgm:spPr/>
      <dgm:t>
        <a:bodyPr/>
        <a:lstStyle/>
        <a:p>
          <a:r>
            <a:rPr lang="en-US"/>
            <a:t>Track</a:t>
          </a:r>
        </a:p>
      </dgm:t>
    </dgm:pt>
    <dgm:pt modelId="{5055F619-0734-49D6-B754-9465653622A1}" type="parTrans" cxnId="{C3039B87-6D5F-44D9-A8A2-93382311E37B}">
      <dgm:prSet/>
      <dgm:spPr/>
      <dgm:t>
        <a:bodyPr/>
        <a:lstStyle/>
        <a:p>
          <a:endParaRPr lang="en-US"/>
        </a:p>
      </dgm:t>
    </dgm:pt>
    <dgm:pt modelId="{A2B84A9D-0151-4319-A03E-804770F3C30F}" type="sibTrans" cxnId="{C3039B87-6D5F-44D9-A8A2-93382311E37B}">
      <dgm:prSet/>
      <dgm:spPr/>
      <dgm:t>
        <a:bodyPr/>
        <a:lstStyle/>
        <a:p>
          <a:endParaRPr lang="en-US"/>
        </a:p>
      </dgm:t>
    </dgm:pt>
    <dgm:pt modelId="{FF0FB7CB-7B8B-4686-B15B-936676120911}">
      <dgm:prSet/>
      <dgm:spPr/>
      <dgm:t>
        <a:bodyPr/>
        <a:lstStyle/>
        <a:p>
          <a:r>
            <a:rPr lang="en-US"/>
            <a:t>Track student performance.</a:t>
          </a:r>
        </a:p>
      </dgm:t>
    </dgm:pt>
    <dgm:pt modelId="{13E6BE9D-DD1B-4D7D-B6B6-2DD7585E2E2B}" type="parTrans" cxnId="{FB19BF08-893B-4900-8CCD-78BFDDCEA7CB}">
      <dgm:prSet/>
      <dgm:spPr/>
      <dgm:t>
        <a:bodyPr/>
        <a:lstStyle/>
        <a:p>
          <a:endParaRPr lang="en-US"/>
        </a:p>
      </dgm:t>
    </dgm:pt>
    <dgm:pt modelId="{8CCD8AD8-C133-4A9F-8CBE-1E8C74F1B45F}" type="sibTrans" cxnId="{FB19BF08-893B-4900-8CCD-78BFDDCEA7CB}">
      <dgm:prSet/>
      <dgm:spPr/>
      <dgm:t>
        <a:bodyPr/>
        <a:lstStyle/>
        <a:p>
          <a:endParaRPr lang="en-US"/>
        </a:p>
      </dgm:t>
    </dgm:pt>
    <dgm:pt modelId="{AE0818FF-CB8F-40F0-84A9-C2ADF69A0125}">
      <dgm:prSet/>
      <dgm:spPr/>
      <dgm:t>
        <a:bodyPr/>
        <a:lstStyle/>
        <a:p>
          <a:r>
            <a:rPr lang="en-US"/>
            <a:t>Identify</a:t>
          </a:r>
        </a:p>
      </dgm:t>
    </dgm:pt>
    <dgm:pt modelId="{45FAE823-B1F3-4A69-8F8A-4BE623F6519B}" type="parTrans" cxnId="{C5CA09B5-ADD4-4474-B197-33990427675E}">
      <dgm:prSet/>
      <dgm:spPr/>
      <dgm:t>
        <a:bodyPr/>
        <a:lstStyle/>
        <a:p>
          <a:endParaRPr lang="en-US"/>
        </a:p>
      </dgm:t>
    </dgm:pt>
    <dgm:pt modelId="{9A92AE62-B69F-475A-9BFB-B110D31A53AC}" type="sibTrans" cxnId="{C5CA09B5-ADD4-4474-B197-33990427675E}">
      <dgm:prSet/>
      <dgm:spPr/>
      <dgm:t>
        <a:bodyPr/>
        <a:lstStyle/>
        <a:p>
          <a:endParaRPr lang="en-US"/>
        </a:p>
      </dgm:t>
    </dgm:pt>
    <dgm:pt modelId="{0D3C18F2-7358-4225-A012-413081A1CF65}">
      <dgm:prSet/>
      <dgm:spPr/>
      <dgm:t>
        <a:bodyPr/>
        <a:lstStyle/>
        <a:p>
          <a:r>
            <a:rPr lang="en-US"/>
            <a:t>Identify popular courses.</a:t>
          </a:r>
        </a:p>
      </dgm:t>
    </dgm:pt>
    <dgm:pt modelId="{B2CA47C8-C6F5-40AE-97BD-3A7F33FC7BE7}" type="parTrans" cxnId="{256CE64F-8FCF-47E2-8E79-18E9B0105E4F}">
      <dgm:prSet/>
      <dgm:spPr/>
      <dgm:t>
        <a:bodyPr/>
        <a:lstStyle/>
        <a:p>
          <a:endParaRPr lang="en-US"/>
        </a:p>
      </dgm:t>
    </dgm:pt>
    <dgm:pt modelId="{2B09A9A6-36C7-4EE8-B0C1-F0B9B344DC52}" type="sibTrans" cxnId="{256CE64F-8FCF-47E2-8E79-18E9B0105E4F}">
      <dgm:prSet/>
      <dgm:spPr/>
      <dgm:t>
        <a:bodyPr/>
        <a:lstStyle/>
        <a:p>
          <a:endParaRPr lang="en-US"/>
        </a:p>
      </dgm:t>
    </dgm:pt>
    <dgm:pt modelId="{68EBF1FE-4961-4583-BABA-280D8C143A2B}">
      <dgm:prSet/>
      <dgm:spPr/>
      <dgm:t>
        <a:bodyPr/>
        <a:lstStyle/>
        <a:p>
          <a:r>
            <a:rPr lang="en-US"/>
            <a:t>Improve</a:t>
          </a:r>
        </a:p>
      </dgm:t>
    </dgm:pt>
    <dgm:pt modelId="{566E88A6-790D-4640-804C-EB08951D9304}" type="parTrans" cxnId="{1C110592-8A6F-4EBC-8142-EB01F5597D5A}">
      <dgm:prSet/>
      <dgm:spPr/>
      <dgm:t>
        <a:bodyPr/>
        <a:lstStyle/>
        <a:p>
          <a:endParaRPr lang="en-US"/>
        </a:p>
      </dgm:t>
    </dgm:pt>
    <dgm:pt modelId="{1CBEEA5D-66A3-4C56-B45F-9C48C97A1610}" type="sibTrans" cxnId="{1C110592-8A6F-4EBC-8142-EB01F5597D5A}">
      <dgm:prSet/>
      <dgm:spPr/>
      <dgm:t>
        <a:bodyPr/>
        <a:lstStyle/>
        <a:p>
          <a:endParaRPr lang="en-US"/>
        </a:p>
      </dgm:t>
    </dgm:pt>
    <dgm:pt modelId="{3FD2A441-6A2E-4C77-BE28-220CECE989FE}">
      <dgm:prSet/>
      <dgm:spPr/>
      <dgm:t>
        <a:bodyPr/>
        <a:lstStyle/>
        <a:p>
          <a:r>
            <a:rPr lang="en-US"/>
            <a:t>Improve learning experience.</a:t>
          </a:r>
        </a:p>
      </dgm:t>
    </dgm:pt>
    <dgm:pt modelId="{BB17C047-59D4-47DA-B28E-8FFDD163B4B9}" type="parTrans" cxnId="{3F6E2205-F375-4AA3-9CA2-01AE7D2F354B}">
      <dgm:prSet/>
      <dgm:spPr/>
      <dgm:t>
        <a:bodyPr/>
        <a:lstStyle/>
        <a:p>
          <a:endParaRPr lang="en-US"/>
        </a:p>
      </dgm:t>
    </dgm:pt>
    <dgm:pt modelId="{1008BCCE-84DF-4B29-BA12-F66DFFF8FF94}" type="sibTrans" cxnId="{3F6E2205-F375-4AA3-9CA2-01AE7D2F354B}">
      <dgm:prSet/>
      <dgm:spPr/>
      <dgm:t>
        <a:bodyPr/>
        <a:lstStyle/>
        <a:p>
          <a:endParaRPr lang="en-US"/>
        </a:p>
      </dgm:t>
    </dgm:pt>
    <dgm:pt modelId="{24E10739-BB03-4B8E-AA73-66D0B7306157}" type="pres">
      <dgm:prSet presAssocID="{EDCF0EFA-FD96-411A-B7B5-655C1ED68CE6}" presName="Name0" presStyleCnt="0">
        <dgm:presLayoutVars>
          <dgm:dir/>
          <dgm:animLvl val="lvl"/>
          <dgm:resizeHandles val="exact"/>
        </dgm:presLayoutVars>
      </dgm:prSet>
      <dgm:spPr/>
    </dgm:pt>
    <dgm:pt modelId="{B9557D13-A0D7-44A1-9D1D-DCDE179E9A30}" type="pres">
      <dgm:prSet presAssocID="{68EBF1FE-4961-4583-BABA-280D8C143A2B}" presName="boxAndChildren" presStyleCnt="0"/>
      <dgm:spPr/>
    </dgm:pt>
    <dgm:pt modelId="{239237A0-1CFC-4BE7-8C85-9D269175FF6D}" type="pres">
      <dgm:prSet presAssocID="{68EBF1FE-4961-4583-BABA-280D8C143A2B}" presName="parentTextBox" presStyleLbl="alignNode1" presStyleIdx="0" presStyleCnt="4"/>
      <dgm:spPr/>
    </dgm:pt>
    <dgm:pt modelId="{38709ABF-0487-4A29-AD69-FE9DA90498D6}" type="pres">
      <dgm:prSet presAssocID="{68EBF1FE-4961-4583-BABA-280D8C143A2B}" presName="descendantBox" presStyleLbl="bgAccFollowNode1" presStyleIdx="0" presStyleCnt="4"/>
      <dgm:spPr/>
    </dgm:pt>
    <dgm:pt modelId="{844BA705-1354-4B39-818B-4224ED79401E}" type="pres">
      <dgm:prSet presAssocID="{9A92AE62-B69F-475A-9BFB-B110D31A53AC}" presName="sp" presStyleCnt="0"/>
      <dgm:spPr/>
    </dgm:pt>
    <dgm:pt modelId="{CF8EB97B-9C7C-4CB4-B487-A0A84C6A328E}" type="pres">
      <dgm:prSet presAssocID="{AE0818FF-CB8F-40F0-84A9-C2ADF69A0125}" presName="arrowAndChildren" presStyleCnt="0"/>
      <dgm:spPr/>
    </dgm:pt>
    <dgm:pt modelId="{9B34B1C8-B3E6-4E24-86FE-25345AC6C1BB}" type="pres">
      <dgm:prSet presAssocID="{AE0818FF-CB8F-40F0-84A9-C2ADF69A0125}" presName="parentTextArrow" presStyleLbl="node1" presStyleIdx="0" presStyleCnt="0"/>
      <dgm:spPr/>
    </dgm:pt>
    <dgm:pt modelId="{90964A91-DF84-44BF-BBA0-E325D676FC22}" type="pres">
      <dgm:prSet presAssocID="{AE0818FF-CB8F-40F0-84A9-C2ADF69A0125}" presName="arrow" presStyleLbl="alignNode1" presStyleIdx="1" presStyleCnt="4"/>
      <dgm:spPr/>
    </dgm:pt>
    <dgm:pt modelId="{81A5CBA6-F4D4-4FA2-9CE9-A647B595CE5D}" type="pres">
      <dgm:prSet presAssocID="{AE0818FF-CB8F-40F0-84A9-C2ADF69A0125}" presName="descendantArrow" presStyleLbl="bgAccFollowNode1" presStyleIdx="1" presStyleCnt="4"/>
      <dgm:spPr/>
    </dgm:pt>
    <dgm:pt modelId="{C5BA8E47-432F-4578-9832-C3D8D4017BDE}" type="pres">
      <dgm:prSet presAssocID="{A2B84A9D-0151-4319-A03E-804770F3C30F}" presName="sp" presStyleCnt="0"/>
      <dgm:spPr/>
    </dgm:pt>
    <dgm:pt modelId="{1C58F966-C448-4CE5-B0C9-A1DBD4D98BB1}" type="pres">
      <dgm:prSet presAssocID="{46AC8F44-59E1-4590-9E62-742D8D3B5E6A}" presName="arrowAndChildren" presStyleCnt="0"/>
      <dgm:spPr/>
    </dgm:pt>
    <dgm:pt modelId="{E35E3351-1FC7-41E3-B1DD-4B65712A8E0A}" type="pres">
      <dgm:prSet presAssocID="{46AC8F44-59E1-4590-9E62-742D8D3B5E6A}" presName="parentTextArrow" presStyleLbl="node1" presStyleIdx="0" presStyleCnt="0"/>
      <dgm:spPr/>
    </dgm:pt>
    <dgm:pt modelId="{3099137F-0B20-4792-B21E-C0A75A851F6E}" type="pres">
      <dgm:prSet presAssocID="{46AC8F44-59E1-4590-9E62-742D8D3B5E6A}" presName="arrow" presStyleLbl="alignNode1" presStyleIdx="2" presStyleCnt="4"/>
      <dgm:spPr/>
    </dgm:pt>
    <dgm:pt modelId="{E18DB39E-BF00-4C37-B7FB-93A3D9F33E3E}" type="pres">
      <dgm:prSet presAssocID="{46AC8F44-59E1-4590-9E62-742D8D3B5E6A}" presName="descendantArrow" presStyleLbl="bgAccFollowNode1" presStyleIdx="2" presStyleCnt="4"/>
      <dgm:spPr/>
    </dgm:pt>
    <dgm:pt modelId="{5021C698-C7D8-44F1-BFA1-B0C62F0078BB}" type="pres">
      <dgm:prSet presAssocID="{3365E46B-1FA0-4276-A7F3-725A34BBD01E}" presName="sp" presStyleCnt="0"/>
      <dgm:spPr/>
    </dgm:pt>
    <dgm:pt modelId="{07B886F6-8F7A-4BCC-9EDA-0E90CEDCC008}" type="pres">
      <dgm:prSet presAssocID="{BA5D071C-9A88-43CC-9F12-8CA712248FE4}" presName="arrowAndChildren" presStyleCnt="0"/>
      <dgm:spPr/>
    </dgm:pt>
    <dgm:pt modelId="{71FCB840-3D9E-4698-B11C-0BC2060FB501}" type="pres">
      <dgm:prSet presAssocID="{BA5D071C-9A88-43CC-9F12-8CA712248FE4}" presName="parentTextArrow" presStyleLbl="node1" presStyleIdx="0" presStyleCnt="0"/>
      <dgm:spPr/>
    </dgm:pt>
    <dgm:pt modelId="{44EA7ADC-F76E-42DD-A2DD-1BA232B185D1}" type="pres">
      <dgm:prSet presAssocID="{BA5D071C-9A88-43CC-9F12-8CA712248FE4}" presName="arrow" presStyleLbl="alignNode1" presStyleIdx="3" presStyleCnt="4"/>
      <dgm:spPr/>
    </dgm:pt>
    <dgm:pt modelId="{141EA19C-7327-4A8B-AB01-2BCAB7E327CB}" type="pres">
      <dgm:prSet presAssocID="{BA5D071C-9A88-43CC-9F12-8CA712248FE4}" presName="descendantArrow" presStyleLbl="bgAccFollowNode1" presStyleIdx="3" presStyleCnt="4"/>
      <dgm:spPr/>
    </dgm:pt>
  </dgm:ptLst>
  <dgm:cxnLst>
    <dgm:cxn modelId="{3F6E2205-F375-4AA3-9CA2-01AE7D2F354B}" srcId="{68EBF1FE-4961-4583-BABA-280D8C143A2B}" destId="{3FD2A441-6A2E-4C77-BE28-220CECE989FE}" srcOrd="0" destOrd="0" parTransId="{BB17C047-59D4-47DA-B28E-8FFDD163B4B9}" sibTransId="{1008BCCE-84DF-4B29-BA12-F66DFFF8FF94}"/>
    <dgm:cxn modelId="{259C9C07-EC9F-442C-BE3C-B065B25D5981}" type="presOf" srcId="{BA5D071C-9A88-43CC-9F12-8CA712248FE4}" destId="{44EA7ADC-F76E-42DD-A2DD-1BA232B185D1}" srcOrd="1" destOrd="0" presId="urn:microsoft.com/office/officeart/2016/7/layout/VerticalDownArrowProcess"/>
    <dgm:cxn modelId="{FB19BF08-893B-4900-8CCD-78BFDDCEA7CB}" srcId="{46AC8F44-59E1-4590-9E62-742D8D3B5E6A}" destId="{FF0FB7CB-7B8B-4686-B15B-936676120911}" srcOrd="0" destOrd="0" parTransId="{13E6BE9D-DD1B-4D7D-B6B6-2DD7585E2E2B}" sibTransId="{8CCD8AD8-C133-4A9F-8CBE-1E8C74F1B45F}"/>
    <dgm:cxn modelId="{DE14E330-0FE3-4A6A-98D2-B388F0925595}" srcId="{BA5D071C-9A88-43CC-9F12-8CA712248FE4}" destId="{61DDD748-C78B-46FB-96EF-A2D44317AC97}" srcOrd="0" destOrd="0" parTransId="{68BE373A-BAA6-4D83-9E06-8EBF68CD6727}" sibTransId="{5DEC4974-1A18-4197-B88D-B3BA30FA0E40}"/>
    <dgm:cxn modelId="{58EAE732-6ECE-42DF-9636-A5E7EF2AE034}" srcId="{EDCF0EFA-FD96-411A-B7B5-655C1ED68CE6}" destId="{BA5D071C-9A88-43CC-9F12-8CA712248FE4}" srcOrd="0" destOrd="0" parTransId="{B9CB4232-699D-4DAF-B667-461DB97EFFE3}" sibTransId="{3365E46B-1FA0-4276-A7F3-725A34BBD01E}"/>
    <dgm:cxn modelId="{42DD7C4B-C009-42E8-883F-7AB842A8B7DB}" type="presOf" srcId="{0D3C18F2-7358-4225-A012-413081A1CF65}" destId="{81A5CBA6-F4D4-4FA2-9CE9-A647B595CE5D}" srcOrd="0" destOrd="0" presId="urn:microsoft.com/office/officeart/2016/7/layout/VerticalDownArrowProcess"/>
    <dgm:cxn modelId="{A733F16D-B3D6-47A4-9B51-714E3E3211F7}" type="presOf" srcId="{3FD2A441-6A2E-4C77-BE28-220CECE989FE}" destId="{38709ABF-0487-4A29-AD69-FE9DA90498D6}" srcOrd="0" destOrd="0" presId="urn:microsoft.com/office/officeart/2016/7/layout/VerticalDownArrowProcess"/>
    <dgm:cxn modelId="{256CE64F-8FCF-47E2-8E79-18E9B0105E4F}" srcId="{AE0818FF-CB8F-40F0-84A9-C2ADF69A0125}" destId="{0D3C18F2-7358-4225-A012-413081A1CF65}" srcOrd="0" destOrd="0" parTransId="{B2CA47C8-C6F5-40AE-97BD-3A7F33FC7BE7}" sibTransId="{2B09A9A6-36C7-4EE8-B0C1-F0B9B344DC52}"/>
    <dgm:cxn modelId="{8A300074-7F5A-4474-8BB7-CBF4ED1363C0}" type="presOf" srcId="{FF0FB7CB-7B8B-4686-B15B-936676120911}" destId="{E18DB39E-BF00-4C37-B7FB-93A3D9F33E3E}" srcOrd="0" destOrd="0" presId="urn:microsoft.com/office/officeart/2016/7/layout/VerticalDownArrowProcess"/>
    <dgm:cxn modelId="{C3039B87-6D5F-44D9-A8A2-93382311E37B}" srcId="{EDCF0EFA-FD96-411A-B7B5-655C1ED68CE6}" destId="{46AC8F44-59E1-4590-9E62-742D8D3B5E6A}" srcOrd="1" destOrd="0" parTransId="{5055F619-0734-49D6-B754-9465653622A1}" sibTransId="{A2B84A9D-0151-4319-A03E-804770F3C30F}"/>
    <dgm:cxn modelId="{9371C488-37BD-41B0-9C01-7A0A1B805FDC}" type="presOf" srcId="{61DDD748-C78B-46FB-96EF-A2D44317AC97}" destId="{141EA19C-7327-4A8B-AB01-2BCAB7E327CB}" srcOrd="0" destOrd="0" presId="urn:microsoft.com/office/officeart/2016/7/layout/VerticalDownArrowProcess"/>
    <dgm:cxn modelId="{1C110592-8A6F-4EBC-8142-EB01F5597D5A}" srcId="{EDCF0EFA-FD96-411A-B7B5-655C1ED68CE6}" destId="{68EBF1FE-4961-4583-BABA-280D8C143A2B}" srcOrd="3" destOrd="0" parTransId="{566E88A6-790D-4640-804C-EB08951D9304}" sibTransId="{1CBEEA5D-66A3-4C56-B45F-9C48C97A1610}"/>
    <dgm:cxn modelId="{84270E93-AF2B-4EB4-BA67-CF4BC51EF86D}" type="presOf" srcId="{68EBF1FE-4961-4583-BABA-280D8C143A2B}" destId="{239237A0-1CFC-4BE7-8C85-9D269175FF6D}" srcOrd="0" destOrd="0" presId="urn:microsoft.com/office/officeart/2016/7/layout/VerticalDownArrowProcess"/>
    <dgm:cxn modelId="{F4274293-0F91-44AE-A5EE-062A1C3F1761}" type="presOf" srcId="{46AC8F44-59E1-4590-9E62-742D8D3B5E6A}" destId="{E35E3351-1FC7-41E3-B1DD-4B65712A8E0A}" srcOrd="0" destOrd="0" presId="urn:microsoft.com/office/officeart/2016/7/layout/VerticalDownArrowProcess"/>
    <dgm:cxn modelId="{92E2A29D-4BCF-4EF0-A9B0-A594C123A9C9}" type="presOf" srcId="{AE0818FF-CB8F-40F0-84A9-C2ADF69A0125}" destId="{90964A91-DF84-44BF-BBA0-E325D676FC22}" srcOrd="1" destOrd="0" presId="urn:microsoft.com/office/officeart/2016/7/layout/VerticalDownArrowProcess"/>
    <dgm:cxn modelId="{1900D8A1-8B39-437E-8E30-E90333F973F0}" type="presOf" srcId="{46AC8F44-59E1-4590-9E62-742D8D3B5E6A}" destId="{3099137F-0B20-4792-B21E-C0A75A851F6E}" srcOrd="1" destOrd="0" presId="urn:microsoft.com/office/officeart/2016/7/layout/VerticalDownArrowProcess"/>
    <dgm:cxn modelId="{C5CA09B5-ADD4-4474-B197-33990427675E}" srcId="{EDCF0EFA-FD96-411A-B7B5-655C1ED68CE6}" destId="{AE0818FF-CB8F-40F0-84A9-C2ADF69A0125}" srcOrd="2" destOrd="0" parTransId="{45FAE823-B1F3-4A69-8F8A-4BE623F6519B}" sibTransId="{9A92AE62-B69F-475A-9BFB-B110D31A53AC}"/>
    <dgm:cxn modelId="{7AAF6EBF-9C09-4C62-9720-55E336D21198}" type="presOf" srcId="{AE0818FF-CB8F-40F0-84A9-C2ADF69A0125}" destId="{9B34B1C8-B3E6-4E24-86FE-25345AC6C1BB}" srcOrd="0" destOrd="0" presId="urn:microsoft.com/office/officeart/2016/7/layout/VerticalDownArrowProcess"/>
    <dgm:cxn modelId="{6AB044F0-D0A6-4251-B357-B5697726F20E}" type="presOf" srcId="{EDCF0EFA-FD96-411A-B7B5-655C1ED68CE6}" destId="{24E10739-BB03-4B8E-AA73-66D0B7306157}" srcOrd="0" destOrd="0" presId="urn:microsoft.com/office/officeart/2016/7/layout/VerticalDownArrowProcess"/>
    <dgm:cxn modelId="{EF35AFF9-BB94-4600-8489-48CA99F8506A}" type="presOf" srcId="{BA5D071C-9A88-43CC-9F12-8CA712248FE4}" destId="{71FCB840-3D9E-4698-B11C-0BC2060FB501}" srcOrd="0" destOrd="0" presId="urn:microsoft.com/office/officeart/2016/7/layout/VerticalDownArrowProcess"/>
    <dgm:cxn modelId="{08E31AA5-5B4B-49AF-A51A-5DE5DE243D5F}" type="presParOf" srcId="{24E10739-BB03-4B8E-AA73-66D0B7306157}" destId="{B9557D13-A0D7-44A1-9D1D-DCDE179E9A30}" srcOrd="0" destOrd="0" presId="urn:microsoft.com/office/officeart/2016/7/layout/VerticalDownArrowProcess"/>
    <dgm:cxn modelId="{D8285DCC-2EC5-44C9-94A8-18AEEE2991E5}" type="presParOf" srcId="{B9557D13-A0D7-44A1-9D1D-DCDE179E9A30}" destId="{239237A0-1CFC-4BE7-8C85-9D269175FF6D}" srcOrd="0" destOrd="0" presId="urn:microsoft.com/office/officeart/2016/7/layout/VerticalDownArrowProcess"/>
    <dgm:cxn modelId="{5231237F-59A9-4349-B564-D836CD7611F3}" type="presParOf" srcId="{B9557D13-A0D7-44A1-9D1D-DCDE179E9A30}" destId="{38709ABF-0487-4A29-AD69-FE9DA90498D6}" srcOrd="1" destOrd="0" presId="urn:microsoft.com/office/officeart/2016/7/layout/VerticalDownArrowProcess"/>
    <dgm:cxn modelId="{1A0B29EE-C07F-4841-918E-7F34F77FD92C}" type="presParOf" srcId="{24E10739-BB03-4B8E-AA73-66D0B7306157}" destId="{844BA705-1354-4B39-818B-4224ED79401E}" srcOrd="1" destOrd="0" presId="urn:microsoft.com/office/officeart/2016/7/layout/VerticalDownArrowProcess"/>
    <dgm:cxn modelId="{F4C262E6-BB00-4EED-82AF-402B1FDBA3F6}" type="presParOf" srcId="{24E10739-BB03-4B8E-AA73-66D0B7306157}" destId="{CF8EB97B-9C7C-4CB4-B487-A0A84C6A328E}" srcOrd="2" destOrd="0" presId="urn:microsoft.com/office/officeart/2016/7/layout/VerticalDownArrowProcess"/>
    <dgm:cxn modelId="{B3486D4B-EA9E-4527-9642-6052160E107A}" type="presParOf" srcId="{CF8EB97B-9C7C-4CB4-B487-A0A84C6A328E}" destId="{9B34B1C8-B3E6-4E24-86FE-25345AC6C1BB}" srcOrd="0" destOrd="0" presId="urn:microsoft.com/office/officeart/2016/7/layout/VerticalDownArrowProcess"/>
    <dgm:cxn modelId="{C3CC6D42-A964-4D1A-AA80-363F39254092}" type="presParOf" srcId="{CF8EB97B-9C7C-4CB4-B487-A0A84C6A328E}" destId="{90964A91-DF84-44BF-BBA0-E325D676FC22}" srcOrd="1" destOrd="0" presId="urn:microsoft.com/office/officeart/2016/7/layout/VerticalDownArrowProcess"/>
    <dgm:cxn modelId="{F97B802F-4B59-4873-8CDF-059FC22AC7BD}" type="presParOf" srcId="{CF8EB97B-9C7C-4CB4-B487-A0A84C6A328E}" destId="{81A5CBA6-F4D4-4FA2-9CE9-A647B595CE5D}" srcOrd="2" destOrd="0" presId="urn:microsoft.com/office/officeart/2016/7/layout/VerticalDownArrowProcess"/>
    <dgm:cxn modelId="{04CE8373-A867-4566-83F3-776E34BB03A0}" type="presParOf" srcId="{24E10739-BB03-4B8E-AA73-66D0B7306157}" destId="{C5BA8E47-432F-4578-9832-C3D8D4017BDE}" srcOrd="3" destOrd="0" presId="urn:microsoft.com/office/officeart/2016/7/layout/VerticalDownArrowProcess"/>
    <dgm:cxn modelId="{B6A2751A-CCE2-4985-8642-2C00200458EF}" type="presParOf" srcId="{24E10739-BB03-4B8E-AA73-66D0B7306157}" destId="{1C58F966-C448-4CE5-B0C9-A1DBD4D98BB1}" srcOrd="4" destOrd="0" presId="urn:microsoft.com/office/officeart/2016/7/layout/VerticalDownArrowProcess"/>
    <dgm:cxn modelId="{512C2B34-E5C7-4B31-A9FD-E518FCCCF0C1}" type="presParOf" srcId="{1C58F966-C448-4CE5-B0C9-A1DBD4D98BB1}" destId="{E35E3351-1FC7-41E3-B1DD-4B65712A8E0A}" srcOrd="0" destOrd="0" presId="urn:microsoft.com/office/officeart/2016/7/layout/VerticalDownArrowProcess"/>
    <dgm:cxn modelId="{B3BF376E-89C7-47A7-ADE8-5BCC351836DD}" type="presParOf" srcId="{1C58F966-C448-4CE5-B0C9-A1DBD4D98BB1}" destId="{3099137F-0B20-4792-B21E-C0A75A851F6E}" srcOrd="1" destOrd="0" presId="urn:microsoft.com/office/officeart/2016/7/layout/VerticalDownArrowProcess"/>
    <dgm:cxn modelId="{246673F1-CF90-46D4-B2FB-3CDD30489439}" type="presParOf" srcId="{1C58F966-C448-4CE5-B0C9-A1DBD4D98BB1}" destId="{E18DB39E-BF00-4C37-B7FB-93A3D9F33E3E}" srcOrd="2" destOrd="0" presId="urn:microsoft.com/office/officeart/2016/7/layout/VerticalDownArrowProcess"/>
    <dgm:cxn modelId="{6739915D-F1CC-4093-AE77-A46715CAA3B6}" type="presParOf" srcId="{24E10739-BB03-4B8E-AA73-66D0B7306157}" destId="{5021C698-C7D8-44F1-BFA1-B0C62F0078BB}" srcOrd="5" destOrd="0" presId="urn:microsoft.com/office/officeart/2016/7/layout/VerticalDownArrowProcess"/>
    <dgm:cxn modelId="{997DAA34-24FB-4D30-9286-EE100E2A0ECA}" type="presParOf" srcId="{24E10739-BB03-4B8E-AA73-66D0B7306157}" destId="{07B886F6-8F7A-4BCC-9EDA-0E90CEDCC008}" srcOrd="6" destOrd="0" presId="urn:microsoft.com/office/officeart/2016/7/layout/VerticalDownArrowProcess"/>
    <dgm:cxn modelId="{7607B517-4879-41C5-B317-22D731335E26}" type="presParOf" srcId="{07B886F6-8F7A-4BCC-9EDA-0E90CEDCC008}" destId="{71FCB840-3D9E-4698-B11C-0BC2060FB501}" srcOrd="0" destOrd="0" presId="urn:microsoft.com/office/officeart/2016/7/layout/VerticalDownArrowProcess"/>
    <dgm:cxn modelId="{5CFA399F-9611-4044-BEF2-49577077FD32}" type="presParOf" srcId="{07B886F6-8F7A-4BCC-9EDA-0E90CEDCC008}" destId="{44EA7ADC-F76E-42DD-A2DD-1BA232B185D1}" srcOrd="1" destOrd="0" presId="urn:microsoft.com/office/officeart/2016/7/layout/VerticalDownArrowProcess"/>
    <dgm:cxn modelId="{AC1AF5BA-BE7E-4392-89D0-049E4D3CBB16}" type="presParOf" srcId="{07B886F6-8F7A-4BCC-9EDA-0E90CEDCC008}" destId="{141EA19C-7327-4A8B-AB01-2BCAB7E327CB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4C870A-148A-4240-86E6-AAA81A2F7AC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FDEA5E5-8017-473D-B65E-2D151DAFC433}">
      <dgm:prSet/>
      <dgm:spPr/>
      <dgm:t>
        <a:bodyPr/>
        <a:lstStyle/>
        <a:p>
          <a:r>
            <a:rPr lang="en-US"/>
            <a:t>Cloud Platform: Microsoft Azure</a:t>
          </a:r>
        </a:p>
      </dgm:t>
    </dgm:pt>
    <dgm:pt modelId="{0B9DDC1E-D41A-4156-A790-91E6E81F2D9C}" type="parTrans" cxnId="{8981767D-34F3-49BE-8227-ADB9AD2515C1}">
      <dgm:prSet/>
      <dgm:spPr/>
      <dgm:t>
        <a:bodyPr/>
        <a:lstStyle/>
        <a:p>
          <a:endParaRPr lang="en-US"/>
        </a:p>
      </dgm:t>
    </dgm:pt>
    <dgm:pt modelId="{82A645C1-10A9-45EA-B5FA-CB0D497DA6EE}" type="sibTrans" cxnId="{8981767D-34F3-49BE-8227-ADB9AD2515C1}">
      <dgm:prSet/>
      <dgm:spPr/>
      <dgm:t>
        <a:bodyPr/>
        <a:lstStyle/>
        <a:p>
          <a:endParaRPr lang="en-US"/>
        </a:p>
      </dgm:t>
    </dgm:pt>
    <dgm:pt modelId="{E1143CBB-A268-4B69-99FF-27849000C821}">
      <dgm:prSet/>
      <dgm:spPr/>
      <dgm:t>
        <a:bodyPr/>
        <a:lstStyle/>
        <a:p>
          <a:r>
            <a:rPr lang="en-US"/>
            <a:t>Visualization: Power BI</a:t>
          </a:r>
        </a:p>
      </dgm:t>
    </dgm:pt>
    <dgm:pt modelId="{1D424D41-42D4-4403-A059-B0FD5C21DFBC}" type="parTrans" cxnId="{7914B5A8-64FF-475A-ABC3-0EC2AD22A8CB}">
      <dgm:prSet/>
      <dgm:spPr/>
      <dgm:t>
        <a:bodyPr/>
        <a:lstStyle/>
        <a:p>
          <a:endParaRPr lang="en-US"/>
        </a:p>
      </dgm:t>
    </dgm:pt>
    <dgm:pt modelId="{C2759575-4EA1-4D62-9F9F-6B43FF6AC73C}" type="sibTrans" cxnId="{7914B5A8-64FF-475A-ABC3-0EC2AD22A8CB}">
      <dgm:prSet/>
      <dgm:spPr/>
      <dgm:t>
        <a:bodyPr/>
        <a:lstStyle/>
        <a:p>
          <a:endParaRPr lang="en-US"/>
        </a:p>
      </dgm:t>
    </dgm:pt>
    <dgm:pt modelId="{91968D87-7F2B-42EC-A860-A9D02779184F}">
      <dgm:prSet/>
      <dgm:spPr/>
      <dgm:t>
        <a:bodyPr/>
        <a:lstStyle/>
        <a:p>
          <a:r>
            <a:rPr lang="en-US"/>
            <a:t>Database: Cloud Storage / SQL Database</a:t>
          </a:r>
        </a:p>
      </dgm:t>
    </dgm:pt>
    <dgm:pt modelId="{DDB286F4-36C1-4B1A-A2D3-30D46B85B72B}" type="parTrans" cxnId="{20C61471-5C53-49CB-8CFF-FADCEDB1AE34}">
      <dgm:prSet/>
      <dgm:spPr/>
      <dgm:t>
        <a:bodyPr/>
        <a:lstStyle/>
        <a:p>
          <a:endParaRPr lang="en-US"/>
        </a:p>
      </dgm:t>
    </dgm:pt>
    <dgm:pt modelId="{1193DE58-356F-43C3-8FAE-F1671D561141}" type="sibTrans" cxnId="{20C61471-5C53-49CB-8CFF-FADCEDB1AE34}">
      <dgm:prSet/>
      <dgm:spPr/>
      <dgm:t>
        <a:bodyPr/>
        <a:lstStyle/>
        <a:p>
          <a:endParaRPr lang="en-US"/>
        </a:p>
      </dgm:t>
    </dgm:pt>
    <dgm:pt modelId="{D352DA95-E551-4BC4-956B-38ACE4856FEF}" type="pres">
      <dgm:prSet presAssocID="{6E4C870A-148A-4240-86E6-AAA81A2F7AC0}" presName="linear" presStyleCnt="0">
        <dgm:presLayoutVars>
          <dgm:animLvl val="lvl"/>
          <dgm:resizeHandles val="exact"/>
        </dgm:presLayoutVars>
      </dgm:prSet>
      <dgm:spPr/>
    </dgm:pt>
    <dgm:pt modelId="{B93E04D6-FC54-489C-8FAB-FE19F5367730}" type="pres">
      <dgm:prSet presAssocID="{7FDEA5E5-8017-473D-B65E-2D151DAFC43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A440244-5E7D-4E0A-8BEF-1DD610BD014E}" type="pres">
      <dgm:prSet presAssocID="{82A645C1-10A9-45EA-B5FA-CB0D497DA6EE}" presName="spacer" presStyleCnt="0"/>
      <dgm:spPr/>
    </dgm:pt>
    <dgm:pt modelId="{FF10FDAD-124F-4345-AE32-1899F1097ED7}" type="pres">
      <dgm:prSet presAssocID="{E1143CBB-A268-4B69-99FF-27849000C82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97F9052-F78D-46E6-BA80-ED77846E0226}" type="pres">
      <dgm:prSet presAssocID="{C2759575-4EA1-4D62-9F9F-6B43FF6AC73C}" presName="spacer" presStyleCnt="0"/>
      <dgm:spPr/>
    </dgm:pt>
    <dgm:pt modelId="{EEE12B42-AA42-4FE4-8329-74612536DB67}" type="pres">
      <dgm:prSet presAssocID="{91968D87-7F2B-42EC-A860-A9D02779184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0C61471-5C53-49CB-8CFF-FADCEDB1AE34}" srcId="{6E4C870A-148A-4240-86E6-AAA81A2F7AC0}" destId="{91968D87-7F2B-42EC-A860-A9D02779184F}" srcOrd="2" destOrd="0" parTransId="{DDB286F4-36C1-4B1A-A2D3-30D46B85B72B}" sibTransId="{1193DE58-356F-43C3-8FAE-F1671D561141}"/>
    <dgm:cxn modelId="{8981767D-34F3-49BE-8227-ADB9AD2515C1}" srcId="{6E4C870A-148A-4240-86E6-AAA81A2F7AC0}" destId="{7FDEA5E5-8017-473D-B65E-2D151DAFC433}" srcOrd="0" destOrd="0" parTransId="{0B9DDC1E-D41A-4156-A790-91E6E81F2D9C}" sibTransId="{82A645C1-10A9-45EA-B5FA-CB0D497DA6EE}"/>
    <dgm:cxn modelId="{7E80BF85-DC38-4080-BAC1-4EBEC5713AD1}" type="presOf" srcId="{91968D87-7F2B-42EC-A860-A9D02779184F}" destId="{EEE12B42-AA42-4FE4-8329-74612536DB67}" srcOrd="0" destOrd="0" presId="urn:microsoft.com/office/officeart/2005/8/layout/vList2"/>
    <dgm:cxn modelId="{7670AC96-8A28-4367-8C3D-71CB7D555B93}" type="presOf" srcId="{6E4C870A-148A-4240-86E6-AAA81A2F7AC0}" destId="{D352DA95-E551-4BC4-956B-38ACE4856FEF}" srcOrd="0" destOrd="0" presId="urn:microsoft.com/office/officeart/2005/8/layout/vList2"/>
    <dgm:cxn modelId="{AAA2EF9C-BC0F-4501-A0FF-6B701271DCDD}" type="presOf" srcId="{E1143CBB-A268-4B69-99FF-27849000C821}" destId="{FF10FDAD-124F-4345-AE32-1899F1097ED7}" srcOrd="0" destOrd="0" presId="urn:microsoft.com/office/officeart/2005/8/layout/vList2"/>
    <dgm:cxn modelId="{7914B5A8-64FF-475A-ABC3-0EC2AD22A8CB}" srcId="{6E4C870A-148A-4240-86E6-AAA81A2F7AC0}" destId="{E1143CBB-A268-4B69-99FF-27849000C821}" srcOrd="1" destOrd="0" parTransId="{1D424D41-42D4-4403-A059-B0FD5C21DFBC}" sibTransId="{C2759575-4EA1-4D62-9F9F-6B43FF6AC73C}"/>
    <dgm:cxn modelId="{D4B49BD8-85F5-46A8-97C4-D3B7CE4FE35E}" type="presOf" srcId="{7FDEA5E5-8017-473D-B65E-2D151DAFC433}" destId="{B93E04D6-FC54-489C-8FAB-FE19F5367730}" srcOrd="0" destOrd="0" presId="urn:microsoft.com/office/officeart/2005/8/layout/vList2"/>
    <dgm:cxn modelId="{14D9E137-2E78-4D89-8120-E21FDF4ABAD8}" type="presParOf" srcId="{D352DA95-E551-4BC4-956B-38ACE4856FEF}" destId="{B93E04D6-FC54-489C-8FAB-FE19F5367730}" srcOrd="0" destOrd="0" presId="urn:microsoft.com/office/officeart/2005/8/layout/vList2"/>
    <dgm:cxn modelId="{703EAC4B-3F86-49AB-BA19-8BBE310AD768}" type="presParOf" srcId="{D352DA95-E551-4BC4-956B-38ACE4856FEF}" destId="{0A440244-5E7D-4E0A-8BEF-1DD610BD014E}" srcOrd="1" destOrd="0" presId="urn:microsoft.com/office/officeart/2005/8/layout/vList2"/>
    <dgm:cxn modelId="{B86FA102-3997-4A6B-ACF5-E25707BF2C91}" type="presParOf" srcId="{D352DA95-E551-4BC4-956B-38ACE4856FEF}" destId="{FF10FDAD-124F-4345-AE32-1899F1097ED7}" srcOrd="2" destOrd="0" presId="urn:microsoft.com/office/officeart/2005/8/layout/vList2"/>
    <dgm:cxn modelId="{85175148-0420-484D-A22B-17866529C4AD}" type="presParOf" srcId="{D352DA95-E551-4BC4-956B-38ACE4856FEF}" destId="{C97F9052-F78D-46E6-BA80-ED77846E0226}" srcOrd="3" destOrd="0" presId="urn:microsoft.com/office/officeart/2005/8/layout/vList2"/>
    <dgm:cxn modelId="{EC9BF3D3-5201-4063-B1A5-76B59B7EB49A}" type="presParOf" srcId="{D352DA95-E551-4BC4-956B-38ACE4856FEF}" destId="{EEE12B42-AA42-4FE4-8329-74612536DB6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594F67-C568-402A-B276-1C10C2B8AE05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CD98427-7542-40A2-AEC2-193CFB710D75}">
      <dgm:prSet/>
      <dgm:spPr/>
      <dgm:t>
        <a:bodyPr/>
        <a:lstStyle/>
        <a:p>
          <a:r>
            <a:rPr lang="en-US"/>
            <a:t>User interacts with Online Platform.</a:t>
          </a:r>
        </a:p>
      </dgm:t>
    </dgm:pt>
    <dgm:pt modelId="{F78F8400-0134-4A40-9FC9-4EBF2D077F6A}" type="parTrans" cxnId="{99136F51-FF28-419C-A704-96805889FAC4}">
      <dgm:prSet/>
      <dgm:spPr/>
      <dgm:t>
        <a:bodyPr/>
        <a:lstStyle/>
        <a:p>
          <a:endParaRPr lang="en-US"/>
        </a:p>
      </dgm:t>
    </dgm:pt>
    <dgm:pt modelId="{A2442D0D-9AD6-420B-A7CC-35D94C772CF1}" type="sibTrans" cxnId="{99136F51-FF28-419C-A704-96805889FAC4}">
      <dgm:prSet/>
      <dgm:spPr/>
      <dgm:t>
        <a:bodyPr/>
        <a:lstStyle/>
        <a:p>
          <a:endParaRPr lang="en-US"/>
        </a:p>
      </dgm:t>
    </dgm:pt>
    <dgm:pt modelId="{DD0EDB6E-65B9-49ED-AE66-79D0F962885A}">
      <dgm:prSet/>
      <dgm:spPr/>
      <dgm:t>
        <a:bodyPr/>
        <a:lstStyle/>
        <a:p>
          <a:r>
            <a:rPr lang="en-US"/>
            <a:t>Data stored in Cloud Storage.</a:t>
          </a:r>
        </a:p>
      </dgm:t>
    </dgm:pt>
    <dgm:pt modelId="{C7F92A80-73A7-4A86-A3A7-59FD4A601116}" type="parTrans" cxnId="{8E83B3F6-3375-4360-B458-7E0786CB158A}">
      <dgm:prSet/>
      <dgm:spPr/>
      <dgm:t>
        <a:bodyPr/>
        <a:lstStyle/>
        <a:p>
          <a:endParaRPr lang="en-US"/>
        </a:p>
      </dgm:t>
    </dgm:pt>
    <dgm:pt modelId="{366A391E-BFAD-42DC-930C-EFEB0C967BF2}" type="sibTrans" cxnId="{8E83B3F6-3375-4360-B458-7E0786CB158A}">
      <dgm:prSet/>
      <dgm:spPr/>
      <dgm:t>
        <a:bodyPr/>
        <a:lstStyle/>
        <a:p>
          <a:endParaRPr lang="en-US"/>
        </a:p>
      </dgm:t>
    </dgm:pt>
    <dgm:pt modelId="{05EEB635-E3ED-47A1-ADC4-A76B6C7B58CC}">
      <dgm:prSet/>
      <dgm:spPr/>
      <dgm:t>
        <a:bodyPr/>
        <a:lstStyle/>
        <a:p>
          <a:r>
            <a:rPr lang="en-US"/>
            <a:t>Results visualized in Power BI Dashboard.</a:t>
          </a:r>
        </a:p>
      </dgm:t>
    </dgm:pt>
    <dgm:pt modelId="{CD94C055-E45B-46B6-A37F-735C3BFF6F45}" type="parTrans" cxnId="{CC2178A6-4200-4641-8F59-06D26666010B}">
      <dgm:prSet/>
      <dgm:spPr/>
      <dgm:t>
        <a:bodyPr/>
        <a:lstStyle/>
        <a:p>
          <a:endParaRPr lang="en-US"/>
        </a:p>
      </dgm:t>
    </dgm:pt>
    <dgm:pt modelId="{39D8762B-4A07-4396-B350-861B08E38E3B}" type="sibTrans" cxnId="{CC2178A6-4200-4641-8F59-06D26666010B}">
      <dgm:prSet/>
      <dgm:spPr/>
      <dgm:t>
        <a:bodyPr/>
        <a:lstStyle/>
        <a:p>
          <a:endParaRPr lang="en-US"/>
        </a:p>
      </dgm:t>
    </dgm:pt>
    <dgm:pt modelId="{FF2D7FDE-7CCF-4A61-BF8C-46E64B00DC28}" type="pres">
      <dgm:prSet presAssocID="{09594F67-C568-402A-B276-1C10C2B8AE05}" presName="vert0" presStyleCnt="0">
        <dgm:presLayoutVars>
          <dgm:dir/>
          <dgm:animOne val="branch"/>
          <dgm:animLvl val="lvl"/>
        </dgm:presLayoutVars>
      </dgm:prSet>
      <dgm:spPr/>
    </dgm:pt>
    <dgm:pt modelId="{0864BF55-F82F-4D0C-B39A-EC0F4195FD98}" type="pres">
      <dgm:prSet presAssocID="{BCD98427-7542-40A2-AEC2-193CFB710D75}" presName="thickLine" presStyleLbl="alignNode1" presStyleIdx="0" presStyleCnt="3"/>
      <dgm:spPr/>
    </dgm:pt>
    <dgm:pt modelId="{995B9456-FE90-4F4B-A5CF-A61A4068C830}" type="pres">
      <dgm:prSet presAssocID="{BCD98427-7542-40A2-AEC2-193CFB710D75}" presName="horz1" presStyleCnt="0"/>
      <dgm:spPr/>
    </dgm:pt>
    <dgm:pt modelId="{C5698F51-EFFD-4A1D-B8FA-40C5C5F6F152}" type="pres">
      <dgm:prSet presAssocID="{BCD98427-7542-40A2-AEC2-193CFB710D75}" presName="tx1" presStyleLbl="revTx" presStyleIdx="0" presStyleCnt="3"/>
      <dgm:spPr/>
    </dgm:pt>
    <dgm:pt modelId="{8AD0BAD9-1230-4D30-B11E-EA7E9745296A}" type="pres">
      <dgm:prSet presAssocID="{BCD98427-7542-40A2-AEC2-193CFB710D75}" presName="vert1" presStyleCnt="0"/>
      <dgm:spPr/>
    </dgm:pt>
    <dgm:pt modelId="{417A7599-0B4F-4931-837D-C3444D9BF8D2}" type="pres">
      <dgm:prSet presAssocID="{DD0EDB6E-65B9-49ED-AE66-79D0F962885A}" presName="thickLine" presStyleLbl="alignNode1" presStyleIdx="1" presStyleCnt="3"/>
      <dgm:spPr/>
    </dgm:pt>
    <dgm:pt modelId="{B11D946A-5657-4F2A-ABD6-637267703EBC}" type="pres">
      <dgm:prSet presAssocID="{DD0EDB6E-65B9-49ED-AE66-79D0F962885A}" presName="horz1" presStyleCnt="0"/>
      <dgm:spPr/>
    </dgm:pt>
    <dgm:pt modelId="{EF849A5A-0086-4567-A457-CE5B31F82B27}" type="pres">
      <dgm:prSet presAssocID="{DD0EDB6E-65B9-49ED-AE66-79D0F962885A}" presName="tx1" presStyleLbl="revTx" presStyleIdx="1" presStyleCnt="3"/>
      <dgm:spPr/>
    </dgm:pt>
    <dgm:pt modelId="{82E88A0B-7191-42BA-873B-81CE60372AA5}" type="pres">
      <dgm:prSet presAssocID="{DD0EDB6E-65B9-49ED-AE66-79D0F962885A}" presName="vert1" presStyleCnt="0"/>
      <dgm:spPr/>
    </dgm:pt>
    <dgm:pt modelId="{0AD6EBFE-BC45-4BBF-B46B-7EACF163D84A}" type="pres">
      <dgm:prSet presAssocID="{05EEB635-E3ED-47A1-ADC4-A76B6C7B58CC}" presName="thickLine" presStyleLbl="alignNode1" presStyleIdx="2" presStyleCnt="3"/>
      <dgm:spPr/>
    </dgm:pt>
    <dgm:pt modelId="{CFC88B83-44C3-44C9-A212-ADAA724B676F}" type="pres">
      <dgm:prSet presAssocID="{05EEB635-E3ED-47A1-ADC4-A76B6C7B58CC}" presName="horz1" presStyleCnt="0"/>
      <dgm:spPr/>
    </dgm:pt>
    <dgm:pt modelId="{448A1F78-5171-4188-AC5A-DA0C344BBBFA}" type="pres">
      <dgm:prSet presAssocID="{05EEB635-E3ED-47A1-ADC4-A76B6C7B58CC}" presName="tx1" presStyleLbl="revTx" presStyleIdx="2" presStyleCnt="3"/>
      <dgm:spPr/>
    </dgm:pt>
    <dgm:pt modelId="{0AF4DC06-3CDC-4EDF-ABE4-9793489386FE}" type="pres">
      <dgm:prSet presAssocID="{05EEB635-E3ED-47A1-ADC4-A76B6C7B58CC}" presName="vert1" presStyleCnt="0"/>
      <dgm:spPr/>
    </dgm:pt>
  </dgm:ptLst>
  <dgm:cxnLst>
    <dgm:cxn modelId="{774CC22D-83DA-489F-8326-D6C7805E07F4}" type="presOf" srcId="{05EEB635-E3ED-47A1-ADC4-A76B6C7B58CC}" destId="{448A1F78-5171-4188-AC5A-DA0C344BBBFA}" srcOrd="0" destOrd="0" presId="urn:microsoft.com/office/officeart/2008/layout/LinedList"/>
    <dgm:cxn modelId="{299DC766-BA71-4B13-B6C9-A8B385DC42CD}" type="presOf" srcId="{DD0EDB6E-65B9-49ED-AE66-79D0F962885A}" destId="{EF849A5A-0086-4567-A457-CE5B31F82B27}" srcOrd="0" destOrd="0" presId="urn:microsoft.com/office/officeart/2008/layout/LinedList"/>
    <dgm:cxn modelId="{E400CF67-F94D-4438-9975-03B8BABDF0FF}" type="presOf" srcId="{09594F67-C568-402A-B276-1C10C2B8AE05}" destId="{FF2D7FDE-7CCF-4A61-BF8C-46E64B00DC28}" srcOrd="0" destOrd="0" presId="urn:microsoft.com/office/officeart/2008/layout/LinedList"/>
    <dgm:cxn modelId="{CBFD6150-C562-487B-9DB2-77CEF1334F2B}" type="presOf" srcId="{BCD98427-7542-40A2-AEC2-193CFB710D75}" destId="{C5698F51-EFFD-4A1D-B8FA-40C5C5F6F152}" srcOrd="0" destOrd="0" presId="urn:microsoft.com/office/officeart/2008/layout/LinedList"/>
    <dgm:cxn modelId="{99136F51-FF28-419C-A704-96805889FAC4}" srcId="{09594F67-C568-402A-B276-1C10C2B8AE05}" destId="{BCD98427-7542-40A2-AEC2-193CFB710D75}" srcOrd="0" destOrd="0" parTransId="{F78F8400-0134-4A40-9FC9-4EBF2D077F6A}" sibTransId="{A2442D0D-9AD6-420B-A7CC-35D94C772CF1}"/>
    <dgm:cxn modelId="{CC2178A6-4200-4641-8F59-06D26666010B}" srcId="{09594F67-C568-402A-B276-1C10C2B8AE05}" destId="{05EEB635-E3ED-47A1-ADC4-A76B6C7B58CC}" srcOrd="2" destOrd="0" parTransId="{CD94C055-E45B-46B6-A37F-735C3BFF6F45}" sibTransId="{39D8762B-4A07-4396-B350-861B08E38E3B}"/>
    <dgm:cxn modelId="{8E83B3F6-3375-4360-B458-7E0786CB158A}" srcId="{09594F67-C568-402A-B276-1C10C2B8AE05}" destId="{DD0EDB6E-65B9-49ED-AE66-79D0F962885A}" srcOrd="1" destOrd="0" parTransId="{C7F92A80-73A7-4A86-A3A7-59FD4A601116}" sibTransId="{366A391E-BFAD-42DC-930C-EFEB0C967BF2}"/>
    <dgm:cxn modelId="{F3A85EFE-BA66-4ECF-B6D4-BAC687B26ECC}" type="presParOf" srcId="{FF2D7FDE-7CCF-4A61-BF8C-46E64B00DC28}" destId="{0864BF55-F82F-4D0C-B39A-EC0F4195FD98}" srcOrd="0" destOrd="0" presId="urn:microsoft.com/office/officeart/2008/layout/LinedList"/>
    <dgm:cxn modelId="{0E61F0D7-7FBB-454A-A457-9BBAF4C6DC71}" type="presParOf" srcId="{FF2D7FDE-7CCF-4A61-BF8C-46E64B00DC28}" destId="{995B9456-FE90-4F4B-A5CF-A61A4068C830}" srcOrd="1" destOrd="0" presId="urn:microsoft.com/office/officeart/2008/layout/LinedList"/>
    <dgm:cxn modelId="{910712FD-3322-4FDB-B45F-EB8B0D6AA9A2}" type="presParOf" srcId="{995B9456-FE90-4F4B-A5CF-A61A4068C830}" destId="{C5698F51-EFFD-4A1D-B8FA-40C5C5F6F152}" srcOrd="0" destOrd="0" presId="urn:microsoft.com/office/officeart/2008/layout/LinedList"/>
    <dgm:cxn modelId="{8C1F081D-43D2-4980-A543-1D7DCBB13026}" type="presParOf" srcId="{995B9456-FE90-4F4B-A5CF-A61A4068C830}" destId="{8AD0BAD9-1230-4D30-B11E-EA7E9745296A}" srcOrd="1" destOrd="0" presId="urn:microsoft.com/office/officeart/2008/layout/LinedList"/>
    <dgm:cxn modelId="{F98F7114-578F-48D1-A5F8-CDF3E53F0E74}" type="presParOf" srcId="{FF2D7FDE-7CCF-4A61-BF8C-46E64B00DC28}" destId="{417A7599-0B4F-4931-837D-C3444D9BF8D2}" srcOrd="2" destOrd="0" presId="urn:microsoft.com/office/officeart/2008/layout/LinedList"/>
    <dgm:cxn modelId="{310B8452-7777-4890-A305-CC3D9FD4B146}" type="presParOf" srcId="{FF2D7FDE-7CCF-4A61-BF8C-46E64B00DC28}" destId="{B11D946A-5657-4F2A-ABD6-637267703EBC}" srcOrd="3" destOrd="0" presId="urn:microsoft.com/office/officeart/2008/layout/LinedList"/>
    <dgm:cxn modelId="{6389EF66-2A50-4C74-98A4-FBE51C541E1B}" type="presParOf" srcId="{B11D946A-5657-4F2A-ABD6-637267703EBC}" destId="{EF849A5A-0086-4567-A457-CE5B31F82B27}" srcOrd="0" destOrd="0" presId="urn:microsoft.com/office/officeart/2008/layout/LinedList"/>
    <dgm:cxn modelId="{68107C69-14A0-4D6F-8879-FE17FA686205}" type="presParOf" srcId="{B11D946A-5657-4F2A-ABD6-637267703EBC}" destId="{82E88A0B-7191-42BA-873B-81CE60372AA5}" srcOrd="1" destOrd="0" presId="urn:microsoft.com/office/officeart/2008/layout/LinedList"/>
    <dgm:cxn modelId="{F11728CB-CDB2-4B1E-BE8A-A37AA69E4235}" type="presParOf" srcId="{FF2D7FDE-7CCF-4A61-BF8C-46E64B00DC28}" destId="{0AD6EBFE-BC45-4BBF-B46B-7EACF163D84A}" srcOrd="4" destOrd="0" presId="urn:microsoft.com/office/officeart/2008/layout/LinedList"/>
    <dgm:cxn modelId="{11136553-0388-46F2-96AE-27E15672B234}" type="presParOf" srcId="{FF2D7FDE-7CCF-4A61-BF8C-46E64B00DC28}" destId="{CFC88B83-44C3-44C9-A212-ADAA724B676F}" srcOrd="5" destOrd="0" presId="urn:microsoft.com/office/officeart/2008/layout/LinedList"/>
    <dgm:cxn modelId="{3A864FE0-312F-41F8-8A14-AE094E019F7A}" type="presParOf" srcId="{CFC88B83-44C3-44C9-A212-ADAA724B676F}" destId="{448A1F78-5171-4188-AC5A-DA0C344BBBFA}" srcOrd="0" destOrd="0" presId="urn:microsoft.com/office/officeart/2008/layout/LinedList"/>
    <dgm:cxn modelId="{FD71624E-4195-46F2-9729-79618DE66B16}" type="presParOf" srcId="{CFC88B83-44C3-44C9-A212-ADAA724B676F}" destId="{0AF4DC06-3CDC-4EDF-ABE4-9793489386F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248364-673D-4EAB-8240-B4EA531F5C95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1A1A0C1-1CBF-4ED8-A71B-0403135C0B9D}">
      <dgm:prSet/>
      <dgm:spPr/>
      <dgm:t>
        <a:bodyPr/>
        <a:lstStyle/>
        <a:p>
          <a:r>
            <a:rPr lang="en-US"/>
            <a:t>Student ID</a:t>
          </a:r>
        </a:p>
      </dgm:t>
    </dgm:pt>
    <dgm:pt modelId="{E0A6FD2A-7ADC-4D82-9987-2FA93974E5C9}" type="parTrans" cxnId="{791A790B-7F75-456A-AE71-0AFDD0437CE2}">
      <dgm:prSet/>
      <dgm:spPr/>
      <dgm:t>
        <a:bodyPr/>
        <a:lstStyle/>
        <a:p>
          <a:endParaRPr lang="en-US"/>
        </a:p>
      </dgm:t>
    </dgm:pt>
    <dgm:pt modelId="{EAB6990A-7C7B-4A00-8744-361C53C85E05}" type="sibTrans" cxnId="{791A790B-7F75-456A-AE71-0AFDD0437CE2}">
      <dgm:prSet/>
      <dgm:spPr/>
      <dgm:t>
        <a:bodyPr/>
        <a:lstStyle/>
        <a:p>
          <a:endParaRPr lang="en-US"/>
        </a:p>
      </dgm:t>
    </dgm:pt>
    <dgm:pt modelId="{EB857ED9-C73D-4BE9-A6E3-8433EAF97561}">
      <dgm:prSet/>
      <dgm:spPr/>
      <dgm:t>
        <a:bodyPr/>
        <a:lstStyle/>
        <a:p>
          <a:r>
            <a:rPr lang="en-US"/>
            <a:t>Course Name</a:t>
          </a:r>
        </a:p>
      </dgm:t>
    </dgm:pt>
    <dgm:pt modelId="{ADEB2A22-8323-4A8A-840D-BB1715CE925B}" type="parTrans" cxnId="{EB26EFCE-6F2D-4FD9-A5B1-268F2E4BD13B}">
      <dgm:prSet/>
      <dgm:spPr/>
      <dgm:t>
        <a:bodyPr/>
        <a:lstStyle/>
        <a:p>
          <a:endParaRPr lang="en-US"/>
        </a:p>
      </dgm:t>
    </dgm:pt>
    <dgm:pt modelId="{79847BC6-443A-42F4-9AB8-8D342FFAF001}" type="sibTrans" cxnId="{EB26EFCE-6F2D-4FD9-A5B1-268F2E4BD13B}">
      <dgm:prSet/>
      <dgm:spPr/>
      <dgm:t>
        <a:bodyPr/>
        <a:lstStyle/>
        <a:p>
          <a:endParaRPr lang="en-US"/>
        </a:p>
      </dgm:t>
    </dgm:pt>
    <dgm:pt modelId="{B2A5E5A5-6732-43D7-AF06-04CE1B8CFBCF}">
      <dgm:prSet/>
      <dgm:spPr/>
      <dgm:t>
        <a:bodyPr/>
        <a:lstStyle/>
        <a:p>
          <a:r>
            <a:rPr lang="en-US"/>
            <a:t>Login Time</a:t>
          </a:r>
        </a:p>
      </dgm:t>
    </dgm:pt>
    <dgm:pt modelId="{45A140F5-ABBE-47C8-A903-7ED542FA1735}" type="parTrans" cxnId="{7638793D-EB98-45FC-B242-55A2025A0329}">
      <dgm:prSet/>
      <dgm:spPr/>
      <dgm:t>
        <a:bodyPr/>
        <a:lstStyle/>
        <a:p>
          <a:endParaRPr lang="en-US"/>
        </a:p>
      </dgm:t>
    </dgm:pt>
    <dgm:pt modelId="{27D9119F-A683-4542-AF33-828502D43AEB}" type="sibTrans" cxnId="{7638793D-EB98-45FC-B242-55A2025A0329}">
      <dgm:prSet/>
      <dgm:spPr/>
      <dgm:t>
        <a:bodyPr/>
        <a:lstStyle/>
        <a:p>
          <a:endParaRPr lang="en-US"/>
        </a:p>
      </dgm:t>
    </dgm:pt>
    <dgm:pt modelId="{B6B48927-A237-430C-9087-2E22D3CDF364}">
      <dgm:prSet/>
      <dgm:spPr/>
      <dgm:t>
        <a:bodyPr/>
        <a:lstStyle/>
        <a:p>
          <a:r>
            <a:rPr lang="en-US"/>
            <a:t>Video Watch Time</a:t>
          </a:r>
        </a:p>
      </dgm:t>
    </dgm:pt>
    <dgm:pt modelId="{2EED995C-356D-44B8-8284-4995D0D37274}" type="parTrans" cxnId="{C39C1B72-8711-4382-9314-61B81F25B94C}">
      <dgm:prSet/>
      <dgm:spPr/>
      <dgm:t>
        <a:bodyPr/>
        <a:lstStyle/>
        <a:p>
          <a:endParaRPr lang="en-US"/>
        </a:p>
      </dgm:t>
    </dgm:pt>
    <dgm:pt modelId="{6E7A5D8D-EB77-4EB4-B9CB-916000B822C7}" type="sibTrans" cxnId="{C39C1B72-8711-4382-9314-61B81F25B94C}">
      <dgm:prSet/>
      <dgm:spPr/>
      <dgm:t>
        <a:bodyPr/>
        <a:lstStyle/>
        <a:p>
          <a:endParaRPr lang="en-US"/>
        </a:p>
      </dgm:t>
    </dgm:pt>
    <dgm:pt modelId="{2059BE4B-FE9F-4B13-B160-54081D28B414}">
      <dgm:prSet/>
      <dgm:spPr/>
      <dgm:t>
        <a:bodyPr/>
        <a:lstStyle/>
        <a:p>
          <a:r>
            <a:rPr lang="en-US"/>
            <a:t>Quiz Scores</a:t>
          </a:r>
        </a:p>
      </dgm:t>
    </dgm:pt>
    <dgm:pt modelId="{5BBDEAB1-A798-4D91-B009-C4947B54CB60}" type="parTrans" cxnId="{1A4A3119-4117-4743-A6DE-11A4564A76B4}">
      <dgm:prSet/>
      <dgm:spPr/>
      <dgm:t>
        <a:bodyPr/>
        <a:lstStyle/>
        <a:p>
          <a:endParaRPr lang="en-US"/>
        </a:p>
      </dgm:t>
    </dgm:pt>
    <dgm:pt modelId="{8A04F60E-C4F1-4BF8-940D-9810D36156E6}" type="sibTrans" cxnId="{1A4A3119-4117-4743-A6DE-11A4564A76B4}">
      <dgm:prSet/>
      <dgm:spPr/>
      <dgm:t>
        <a:bodyPr/>
        <a:lstStyle/>
        <a:p>
          <a:endParaRPr lang="en-US"/>
        </a:p>
      </dgm:t>
    </dgm:pt>
    <dgm:pt modelId="{4816EFF1-1C41-4354-B027-6C380387E1E6}">
      <dgm:prSet/>
      <dgm:spPr/>
      <dgm:t>
        <a:bodyPr/>
        <a:lstStyle/>
        <a:p>
          <a:r>
            <a:rPr lang="en-US"/>
            <a:t>Completion Status</a:t>
          </a:r>
        </a:p>
      </dgm:t>
    </dgm:pt>
    <dgm:pt modelId="{AB0C2BDC-E669-41BE-B44B-6206F1CC1599}" type="parTrans" cxnId="{78137B05-1116-40C7-8655-AAA0DEB06A2D}">
      <dgm:prSet/>
      <dgm:spPr/>
      <dgm:t>
        <a:bodyPr/>
        <a:lstStyle/>
        <a:p>
          <a:endParaRPr lang="en-US"/>
        </a:p>
      </dgm:t>
    </dgm:pt>
    <dgm:pt modelId="{D6CBC9D3-F6DE-4156-96E9-9EFE373174D2}" type="sibTrans" cxnId="{78137B05-1116-40C7-8655-AAA0DEB06A2D}">
      <dgm:prSet/>
      <dgm:spPr/>
      <dgm:t>
        <a:bodyPr/>
        <a:lstStyle/>
        <a:p>
          <a:endParaRPr lang="en-US"/>
        </a:p>
      </dgm:t>
    </dgm:pt>
    <dgm:pt modelId="{B8F377E3-B4D7-42A3-88A6-68FAA8408207}" type="pres">
      <dgm:prSet presAssocID="{19248364-673D-4EAB-8240-B4EA531F5C95}" presName="vert0" presStyleCnt="0">
        <dgm:presLayoutVars>
          <dgm:dir/>
          <dgm:animOne val="branch"/>
          <dgm:animLvl val="lvl"/>
        </dgm:presLayoutVars>
      </dgm:prSet>
      <dgm:spPr/>
    </dgm:pt>
    <dgm:pt modelId="{1079BC55-5951-4238-80AE-DB0D9D26BE02}" type="pres">
      <dgm:prSet presAssocID="{11A1A0C1-1CBF-4ED8-A71B-0403135C0B9D}" presName="thickLine" presStyleLbl="alignNode1" presStyleIdx="0" presStyleCnt="6"/>
      <dgm:spPr/>
    </dgm:pt>
    <dgm:pt modelId="{060F5F3B-0B48-4F14-BDFE-8C8BBE433A0A}" type="pres">
      <dgm:prSet presAssocID="{11A1A0C1-1CBF-4ED8-A71B-0403135C0B9D}" presName="horz1" presStyleCnt="0"/>
      <dgm:spPr/>
    </dgm:pt>
    <dgm:pt modelId="{65065FA7-40EC-48DD-BE2A-163DD1F3C4D6}" type="pres">
      <dgm:prSet presAssocID="{11A1A0C1-1CBF-4ED8-A71B-0403135C0B9D}" presName="tx1" presStyleLbl="revTx" presStyleIdx="0" presStyleCnt="6"/>
      <dgm:spPr/>
    </dgm:pt>
    <dgm:pt modelId="{9AB74F08-8A75-4BE2-B481-7D40C31E10DB}" type="pres">
      <dgm:prSet presAssocID="{11A1A0C1-1CBF-4ED8-A71B-0403135C0B9D}" presName="vert1" presStyleCnt="0"/>
      <dgm:spPr/>
    </dgm:pt>
    <dgm:pt modelId="{0D0F8945-7612-4996-A203-BA5DF86428F2}" type="pres">
      <dgm:prSet presAssocID="{EB857ED9-C73D-4BE9-A6E3-8433EAF97561}" presName="thickLine" presStyleLbl="alignNode1" presStyleIdx="1" presStyleCnt="6"/>
      <dgm:spPr/>
    </dgm:pt>
    <dgm:pt modelId="{8C03592D-B25E-4EF3-AF23-3B39D53E7E03}" type="pres">
      <dgm:prSet presAssocID="{EB857ED9-C73D-4BE9-A6E3-8433EAF97561}" presName="horz1" presStyleCnt="0"/>
      <dgm:spPr/>
    </dgm:pt>
    <dgm:pt modelId="{A86DBC02-BE5E-4A42-B789-6B87BA18712C}" type="pres">
      <dgm:prSet presAssocID="{EB857ED9-C73D-4BE9-A6E3-8433EAF97561}" presName="tx1" presStyleLbl="revTx" presStyleIdx="1" presStyleCnt="6"/>
      <dgm:spPr/>
    </dgm:pt>
    <dgm:pt modelId="{E5174A77-C1FB-4414-A38C-6AB2F253A10A}" type="pres">
      <dgm:prSet presAssocID="{EB857ED9-C73D-4BE9-A6E3-8433EAF97561}" presName="vert1" presStyleCnt="0"/>
      <dgm:spPr/>
    </dgm:pt>
    <dgm:pt modelId="{AC15176F-ADCD-490F-817F-D336C5361AA3}" type="pres">
      <dgm:prSet presAssocID="{B2A5E5A5-6732-43D7-AF06-04CE1B8CFBCF}" presName="thickLine" presStyleLbl="alignNode1" presStyleIdx="2" presStyleCnt="6"/>
      <dgm:spPr/>
    </dgm:pt>
    <dgm:pt modelId="{BD6DF069-76CE-4DFF-BF19-C962D62B48DE}" type="pres">
      <dgm:prSet presAssocID="{B2A5E5A5-6732-43D7-AF06-04CE1B8CFBCF}" presName="horz1" presStyleCnt="0"/>
      <dgm:spPr/>
    </dgm:pt>
    <dgm:pt modelId="{433B847C-D285-4520-A887-848E1523E8DA}" type="pres">
      <dgm:prSet presAssocID="{B2A5E5A5-6732-43D7-AF06-04CE1B8CFBCF}" presName="tx1" presStyleLbl="revTx" presStyleIdx="2" presStyleCnt="6"/>
      <dgm:spPr/>
    </dgm:pt>
    <dgm:pt modelId="{C2118C64-38DB-47B9-B827-C14A280DF317}" type="pres">
      <dgm:prSet presAssocID="{B2A5E5A5-6732-43D7-AF06-04CE1B8CFBCF}" presName="vert1" presStyleCnt="0"/>
      <dgm:spPr/>
    </dgm:pt>
    <dgm:pt modelId="{5650F37D-403F-4166-82A5-BF3F164B2731}" type="pres">
      <dgm:prSet presAssocID="{B6B48927-A237-430C-9087-2E22D3CDF364}" presName="thickLine" presStyleLbl="alignNode1" presStyleIdx="3" presStyleCnt="6"/>
      <dgm:spPr/>
    </dgm:pt>
    <dgm:pt modelId="{0E95E1FC-67B7-4110-8DF5-647E019A94AD}" type="pres">
      <dgm:prSet presAssocID="{B6B48927-A237-430C-9087-2E22D3CDF364}" presName="horz1" presStyleCnt="0"/>
      <dgm:spPr/>
    </dgm:pt>
    <dgm:pt modelId="{338D8297-0D3E-45DC-8E33-011336340F5F}" type="pres">
      <dgm:prSet presAssocID="{B6B48927-A237-430C-9087-2E22D3CDF364}" presName="tx1" presStyleLbl="revTx" presStyleIdx="3" presStyleCnt="6"/>
      <dgm:spPr/>
    </dgm:pt>
    <dgm:pt modelId="{3E9E4CA1-EBBD-4258-BE45-F9F1921AA91B}" type="pres">
      <dgm:prSet presAssocID="{B6B48927-A237-430C-9087-2E22D3CDF364}" presName="vert1" presStyleCnt="0"/>
      <dgm:spPr/>
    </dgm:pt>
    <dgm:pt modelId="{35B9CCEF-EBD7-456F-A7E4-EF70D13F6E65}" type="pres">
      <dgm:prSet presAssocID="{2059BE4B-FE9F-4B13-B160-54081D28B414}" presName="thickLine" presStyleLbl="alignNode1" presStyleIdx="4" presStyleCnt="6"/>
      <dgm:spPr/>
    </dgm:pt>
    <dgm:pt modelId="{22613950-637B-416C-898F-891372EF0E45}" type="pres">
      <dgm:prSet presAssocID="{2059BE4B-FE9F-4B13-B160-54081D28B414}" presName="horz1" presStyleCnt="0"/>
      <dgm:spPr/>
    </dgm:pt>
    <dgm:pt modelId="{CC2722CF-2880-4A71-BAC1-8125BB83F864}" type="pres">
      <dgm:prSet presAssocID="{2059BE4B-FE9F-4B13-B160-54081D28B414}" presName="tx1" presStyleLbl="revTx" presStyleIdx="4" presStyleCnt="6"/>
      <dgm:spPr/>
    </dgm:pt>
    <dgm:pt modelId="{61323DD4-6F67-4973-9335-F8C7108AD107}" type="pres">
      <dgm:prSet presAssocID="{2059BE4B-FE9F-4B13-B160-54081D28B414}" presName="vert1" presStyleCnt="0"/>
      <dgm:spPr/>
    </dgm:pt>
    <dgm:pt modelId="{25DBA4EE-82F7-463C-A049-06A43E8F6D3B}" type="pres">
      <dgm:prSet presAssocID="{4816EFF1-1C41-4354-B027-6C380387E1E6}" presName="thickLine" presStyleLbl="alignNode1" presStyleIdx="5" presStyleCnt="6"/>
      <dgm:spPr/>
    </dgm:pt>
    <dgm:pt modelId="{028E74B3-CA5A-4CBF-BC74-4EF38B9BC9C7}" type="pres">
      <dgm:prSet presAssocID="{4816EFF1-1C41-4354-B027-6C380387E1E6}" presName="horz1" presStyleCnt="0"/>
      <dgm:spPr/>
    </dgm:pt>
    <dgm:pt modelId="{C7F1F2C6-05FD-4238-B12D-92C90E270DA9}" type="pres">
      <dgm:prSet presAssocID="{4816EFF1-1C41-4354-B027-6C380387E1E6}" presName="tx1" presStyleLbl="revTx" presStyleIdx="5" presStyleCnt="6"/>
      <dgm:spPr/>
    </dgm:pt>
    <dgm:pt modelId="{B24572EE-DCFE-4C0C-8BEF-AAFAC6301D80}" type="pres">
      <dgm:prSet presAssocID="{4816EFF1-1C41-4354-B027-6C380387E1E6}" presName="vert1" presStyleCnt="0"/>
      <dgm:spPr/>
    </dgm:pt>
  </dgm:ptLst>
  <dgm:cxnLst>
    <dgm:cxn modelId="{78137B05-1116-40C7-8655-AAA0DEB06A2D}" srcId="{19248364-673D-4EAB-8240-B4EA531F5C95}" destId="{4816EFF1-1C41-4354-B027-6C380387E1E6}" srcOrd="5" destOrd="0" parTransId="{AB0C2BDC-E669-41BE-B44B-6206F1CC1599}" sibTransId="{D6CBC9D3-F6DE-4156-96E9-9EFE373174D2}"/>
    <dgm:cxn modelId="{791A790B-7F75-456A-AE71-0AFDD0437CE2}" srcId="{19248364-673D-4EAB-8240-B4EA531F5C95}" destId="{11A1A0C1-1CBF-4ED8-A71B-0403135C0B9D}" srcOrd="0" destOrd="0" parTransId="{E0A6FD2A-7ADC-4D82-9987-2FA93974E5C9}" sibTransId="{EAB6990A-7C7B-4A00-8744-361C53C85E05}"/>
    <dgm:cxn modelId="{C0AC5B10-2148-441B-A6B7-B4D6B0430F45}" type="presOf" srcId="{11A1A0C1-1CBF-4ED8-A71B-0403135C0B9D}" destId="{65065FA7-40EC-48DD-BE2A-163DD1F3C4D6}" srcOrd="0" destOrd="0" presId="urn:microsoft.com/office/officeart/2008/layout/LinedList"/>
    <dgm:cxn modelId="{1A4A3119-4117-4743-A6DE-11A4564A76B4}" srcId="{19248364-673D-4EAB-8240-B4EA531F5C95}" destId="{2059BE4B-FE9F-4B13-B160-54081D28B414}" srcOrd="4" destOrd="0" parTransId="{5BBDEAB1-A798-4D91-B009-C4947B54CB60}" sibTransId="{8A04F60E-C4F1-4BF8-940D-9810D36156E6}"/>
    <dgm:cxn modelId="{7638793D-EB98-45FC-B242-55A2025A0329}" srcId="{19248364-673D-4EAB-8240-B4EA531F5C95}" destId="{B2A5E5A5-6732-43D7-AF06-04CE1B8CFBCF}" srcOrd="2" destOrd="0" parTransId="{45A140F5-ABBE-47C8-A903-7ED542FA1735}" sibTransId="{27D9119F-A683-4542-AF33-828502D43AEB}"/>
    <dgm:cxn modelId="{5E6C665D-244D-42E3-BEA4-BE9A61C13FCE}" type="presOf" srcId="{2059BE4B-FE9F-4B13-B160-54081D28B414}" destId="{CC2722CF-2880-4A71-BAC1-8125BB83F864}" srcOrd="0" destOrd="0" presId="urn:microsoft.com/office/officeart/2008/layout/LinedList"/>
    <dgm:cxn modelId="{46EEF151-B462-429C-A70E-B6FD545AD99B}" type="presOf" srcId="{B6B48927-A237-430C-9087-2E22D3CDF364}" destId="{338D8297-0D3E-45DC-8E33-011336340F5F}" srcOrd="0" destOrd="0" presId="urn:microsoft.com/office/officeart/2008/layout/LinedList"/>
    <dgm:cxn modelId="{C39C1B72-8711-4382-9314-61B81F25B94C}" srcId="{19248364-673D-4EAB-8240-B4EA531F5C95}" destId="{B6B48927-A237-430C-9087-2E22D3CDF364}" srcOrd="3" destOrd="0" parTransId="{2EED995C-356D-44B8-8284-4995D0D37274}" sibTransId="{6E7A5D8D-EB77-4EB4-B9CB-916000B822C7}"/>
    <dgm:cxn modelId="{CB623E7A-E8D1-4066-88C2-0EAA6AFDBF97}" type="presOf" srcId="{B2A5E5A5-6732-43D7-AF06-04CE1B8CFBCF}" destId="{433B847C-D285-4520-A887-848E1523E8DA}" srcOrd="0" destOrd="0" presId="urn:microsoft.com/office/officeart/2008/layout/LinedList"/>
    <dgm:cxn modelId="{F61681C2-D38A-454E-9617-98766720163C}" type="presOf" srcId="{4816EFF1-1C41-4354-B027-6C380387E1E6}" destId="{C7F1F2C6-05FD-4238-B12D-92C90E270DA9}" srcOrd="0" destOrd="0" presId="urn:microsoft.com/office/officeart/2008/layout/LinedList"/>
    <dgm:cxn modelId="{EB26EFCE-6F2D-4FD9-A5B1-268F2E4BD13B}" srcId="{19248364-673D-4EAB-8240-B4EA531F5C95}" destId="{EB857ED9-C73D-4BE9-A6E3-8433EAF97561}" srcOrd="1" destOrd="0" parTransId="{ADEB2A22-8323-4A8A-840D-BB1715CE925B}" sibTransId="{79847BC6-443A-42F4-9AB8-8D342FFAF001}"/>
    <dgm:cxn modelId="{4860CFEA-647C-42E4-A7D4-4ED6BD4A3D12}" type="presOf" srcId="{19248364-673D-4EAB-8240-B4EA531F5C95}" destId="{B8F377E3-B4D7-42A3-88A6-68FAA8408207}" srcOrd="0" destOrd="0" presId="urn:microsoft.com/office/officeart/2008/layout/LinedList"/>
    <dgm:cxn modelId="{B06A2FFC-6D3A-4A94-87A3-10A2EDE33346}" type="presOf" srcId="{EB857ED9-C73D-4BE9-A6E3-8433EAF97561}" destId="{A86DBC02-BE5E-4A42-B789-6B87BA18712C}" srcOrd="0" destOrd="0" presId="urn:microsoft.com/office/officeart/2008/layout/LinedList"/>
    <dgm:cxn modelId="{F5BD966D-D709-4DA8-BD96-3560A24CD5B9}" type="presParOf" srcId="{B8F377E3-B4D7-42A3-88A6-68FAA8408207}" destId="{1079BC55-5951-4238-80AE-DB0D9D26BE02}" srcOrd="0" destOrd="0" presId="urn:microsoft.com/office/officeart/2008/layout/LinedList"/>
    <dgm:cxn modelId="{07D37ED2-5066-4787-85C6-F0F8A5618830}" type="presParOf" srcId="{B8F377E3-B4D7-42A3-88A6-68FAA8408207}" destId="{060F5F3B-0B48-4F14-BDFE-8C8BBE433A0A}" srcOrd="1" destOrd="0" presId="urn:microsoft.com/office/officeart/2008/layout/LinedList"/>
    <dgm:cxn modelId="{892215BF-6538-4325-8058-C2BEBFAF35D3}" type="presParOf" srcId="{060F5F3B-0B48-4F14-BDFE-8C8BBE433A0A}" destId="{65065FA7-40EC-48DD-BE2A-163DD1F3C4D6}" srcOrd="0" destOrd="0" presId="urn:microsoft.com/office/officeart/2008/layout/LinedList"/>
    <dgm:cxn modelId="{31895B0D-497F-417B-B1D8-D34B35A8B515}" type="presParOf" srcId="{060F5F3B-0B48-4F14-BDFE-8C8BBE433A0A}" destId="{9AB74F08-8A75-4BE2-B481-7D40C31E10DB}" srcOrd="1" destOrd="0" presId="urn:microsoft.com/office/officeart/2008/layout/LinedList"/>
    <dgm:cxn modelId="{D9632A1E-5AA3-41D6-B113-6C7901680863}" type="presParOf" srcId="{B8F377E3-B4D7-42A3-88A6-68FAA8408207}" destId="{0D0F8945-7612-4996-A203-BA5DF86428F2}" srcOrd="2" destOrd="0" presId="urn:microsoft.com/office/officeart/2008/layout/LinedList"/>
    <dgm:cxn modelId="{97DCEB7A-458E-4CB6-AD52-A5DE9413B2A6}" type="presParOf" srcId="{B8F377E3-B4D7-42A3-88A6-68FAA8408207}" destId="{8C03592D-B25E-4EF3-AF23-3B39D53E7E03}" srcOrd="3" destOrd="0" presId="urn:microsoft.com/office/officeart/2008/layout/LinedList"/>
    <dgm:cxn modelId="{46EE1B26-8FD9-4DC0-9504-F083DE821D73}" type="presParOf" srcId="{8C03592D-B25E-4EF3-AF23-3B39D53E7E03}" destId="{A86DBC02-BE5E-4A42-B789-6B87BA18712C}" srcOrd="0" destOrd="0" presId="urn:microsoft.com/office/officeart/2008/layout/LinedList"/>
    <dgm:cxn modelId="{05DBBFBA-A470-420C-A913-5EFF89EDFCC1}" type="presParOf" srcId="{8C03592D-B25E-4EF3-AF23-3B39D53E7E03}" destId="{E5174A77-C1FB-4414-A38C-6AB2F253A10A}" srcOrd="1" destOrd="0" presId="urn:microsoft.com/office/officeart/2008/layout/LinedList"/>
    <dgm:cxn modelId="{41BA6A4F-41EA-41EB-A15C-884D0DF23F3A}" type="presParOf" srcId="{B8F377E3-B4D7-42A3-88A6-68FAA8408207}" destId="{AC15176F-ADCD-490F-817F-D336C5361AA3}" srcOrd="4" destOrd="0" presId="urn:microsoft.com/office/officeart/2008/layout/LinedList"/>
    <dgm:cxn modelId="{9713D1A0-FEC1-47F9-B85B-AEB8139C0133}" type="presParOf" srcId="{B8F377E3-B4D7-42A3-88A6-68FAA8408207}" destId="{BD6DF069-76CE-4DFF-BF19-C962D62B48DE}" srcOrd="5" destOrd="0" presId="urn:microsoft.com/office/officeart/2008/layout/LinedList"/>
    <dgm:cxn modelId="{F42E95BD-BDD8-4193-A137-14156882F69E}" type="presParOf" srcId="{BD6DF069-76CE-4DFF-BF19-C962D62B48DE}" destId="{433B847C-D285-4520-A887-848E1523E8DA}" srcOrd="0" destOrd="0" presId="urn:microsoft.com/office/officeart/2008/layout/LinedList"/>
    <dgm:cxn modelId="{79534222-AE6A-49C6-AE93-14F62C74F0F9}" type="presParOf" srcId="{BD6DF069-76CE-4DFF-BF19-C962D62B48DE}" destId="{C2118C64-38DB-47B9-B827-C14A280DF317}" srcOrd="1" destOrd="0" presId="urn:microsoft.com/office/officeart/2008/layout/LinedList"/>
    <dgm:cxn modelId="{499B1609-5DFE-4ACF-A118-4001CACB997E}" type="presParOf" srcId="{B8F377E3-B4D7-42A3-88A6-68FAA8408207}" destId="{5650F37D-403F-4166-82A5-BF3F164B2731}" srcOrd="6" destOrd="0" presId="urn:microsoft.com/office/officeart/2008/layout/LinedList"/>
    <dgm:cxn modelId="{AFEF39C4-B921-4377-B038-D58C95418722}" type="presParOf" srcId="{B8F377E3-B4D7-42A3-88A6-68FAA8408207}" destId="{0E95E1FC-67B7-4110-8DF5-647E019A94AD}" srcOrd="7" destOrd="0" presId="urn:microsoft.com/office/officeart/2008/layout/LinedList"/>
    <dgm:cxn modelId="{A6FB1FC3-E9BA-4C33-B7E9-C574FEAE4B7E}" type="presParOf" srcId="{0E95E1FC-67B7-4110-8DF5-647E019A94AD}" destId="{338D8297-0D3E-45DC-8E33-011336340F5F}" srcOrd="0" destOrd="0" presId="urn:microsoft.com/office/officeart/2008/layout/LinedList"/>
    <dgm:cxn modelId="{F17CEDF5-C433-421F-9A25-C23E2F33A9F5}" type="presParOf" srcId="{0E95E1FC-67B7-4110-8DF5-647E019A94AD}" destId="{3E9E4CA1-EBBD-4258-BE45-F9F1921AA91B}" srcOrd="1" destOrd="0" presId="urn:microsoft.com/office/officeart/2008/layout/LinedList"/>
    <dgm:cxn modelId="{816EE8C2-A6E8-475A-925C-F13DBD14BDE6}" type="presParOf" srcId="{B8F377E3-B4D7-42A3-88A6-68FAA8408207}" destId="{35B9CCEF-EBD7-456F-A7E4-EF70D13F6E65}" srcOrd="8" destOrd="0" presId="urn:microsoft.com/office/officeart/2008/layout/LinedList"/>
    <dgm:cxn modelId="{D90A83C2-D4E2-46CC-90AF-39346DBF7832}" type="presParOf" srcId="{B8F377E3-B4D7-42A3-88A6-68FAA8408207}" destId="{22613950-637B-416C-898F-891372EF0E45}" srcOrd="9" destOrd="0" presId="urn:microsoft.com/office/officeart/2008/layout/LinedList"/>
    <dgm:cxn modelId="{762A4BEB-63C0-401D-B2B6-04A665214F0F}" type="presParOf" srcId="{22613950-637B-416C-898F-891372EF0E45}" destId="{CC2722CF-2880-4A71-BAC1-8125BB83F864}" srcOrd="0" destOrd="0" presId="urn:microsoft.com/office/officeart/2008/layout/LinedList"/>
    <dgm:cxn modelId="{93931031-7C6E-44B9-AF46-97FD1A6ECCC0}" type="presParOf" srcId="{22613950-637B-416C-898F-891372EF0E45}" destId="{61323DD4-6F67-4973-9335-F8C7108AD107}" srcOrd="1" destOrd="0" presId="urn:microsoft.com/office/officeart/2008/layout/LinedList"/>
    <dgm:cxn modelId="{6F85C874-FB35-49BA-92E1-8F11CFF98382}" type="presParOf" srcId="{B8F377E3-B4D7-42A3-88A6-68FAA8408207}" destId="{25DBA4EE-82F7-463C-A049-06A43E8F6D3B}" srcOrd="10" destOrd="0" presId="urn:microsoft.com/office/officeart/2008/layout/LinedList"/>
    <dgm:cxn modelId="{7C19552C-E8C2-4FF8-B671-23EAD1A80822}" type="presParOf" srcId="{B8F377E3-B4D7-42A3-88A6-68FAA8408207}" destId="{028E74B3-CA5A-4CBF-BC74-4EF38B9BC9C7}" srcOrd="11" destOrd="0" presId="urn:microsoft.com/office/officeart/2008/layout/LinedList"/>
    <dgm:cxn modelId="{B8C8F9ED-7EB6-47D2-8590-ED621B8BAF24}" type="presParOf" srcId="{028E74B3-CA5A-4CBF-BC74-4EF38B9BC9C7}" destId="{C7F1F2C6-05FD-4238-B12D-92C90E270DA9}" srcOrd="0" destOrd="0" presId="urn:microsoft.com/office/officeart/2008/layout/LinedList"/>
    <dgm:cxn modelId="{6D4450D3-D309-480E-B641-43D55B344689}" type="presParOf" srcId="{028E74B3-CA5A-4CBF-BC74-4EF38B9BC9C7}" destId="{B24572EE-DCFE-4C0C-8BEF-AAFAC6301D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CD975B2-C360-47D8-B66F-650ED38FF232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6F69AE8-CAC1-47E3-B35E-C892CC2DEC2F}">
      <dgm:prSet/>
      <dgm:spPr/>
      <dgm:t>
        <a:bodyPr/>
        <a:lstStyle/>
        <a:p>
          <a:r>
            <a:rPr lang="en-US"/>
            <a:t>Data Collection</a:t>
          </a:r>
        </a:p>
      </dgm:t>
    </dgm:pt>
    <dgm:pt modelId="{36C4ADED-ECFF-490B-A0D9-0DCC407467B3}" type="parTrans" cxnId="{92378F34-989A-4365-ADFD-B20F218831BE}">
      <dgm:prSet/>
      <dgm:spPr/>
      <dgm:t>
        <a:bodyPr/>
        <a:lstStyle/>
        <a:p>
          <a:endParaRPr lang="en-US"/>
        </a:p>
      </dgm:t>
    </dgm:pt>
    <dgm:pt modelId="{D0D564E8-A559-4C58-9E32-FC4831E84836}" type="sibTrans" cxnId="{92378F34-989A-4365-ADFD-B20F218831BE}">
      <dgm:prSet/>
      <dgm:spPr/>
      <dgm:t>
        <a:bodyPr/>
        <a:lstStyle/>
        <a:p>
          <a:endParaRPr lang="en-US"/>
        </a:p>
      </dgm:t>
    </dgm:pt>
    <dgm:pt modelId="{668DEEC5-9A87-405C-B104-DF777B5B2D38}">
      <dgm:prSet/>
      <dgm:spPr/>
      <dgm:t>
        <a:bodyPr/>
        <a:lstStyle/>
        <a:p>
          <a:r>
            <a:rPr lang="en-US"/>
            <a:t>Data Cleaning</a:t>
          </a:r>
        </a:p>
      </dgm:t>
    </dgm:pt>
    <dgm:pt modelId="{3DADA488-E961-4A4F-AE30-473FD8E6275C}" type="parTrans" cxnId="{C8374FC1-22A6-480B-9963-5D79241298A3}">
      <dgm:prSet/>
      <dgm:spPr/>
      <dgm:t>
        <a:bodyPr/>
        <a:lstStyle/>
        <a:p>
          <a:endParaRPr lang="en-US"/>
        </a:p>
      </dgm:t>
    </dgm:pt>
    <dgm:pt modelId="{3DB7F23F-E9BF-4D02-95AA-D1A3255A02E6}" type="sibTrans" cxnId="{C8374FC1-22A6-480B-9963-5D79241298A3}">
      <dgm:prSet/>
      <dgm:spPr/>
      <dgm:t>
        <a:bodyPr/>
        <a:lstStyle/>
        <a:p>
          <a:endParaRPr lang="en-US"/>
        </a:p>
      </dgm:t>
    </dgm:pt>
    <dgm:pt modelId="{6176DCB4-676B-4157-9816-D170A1FA89F1}">
      <dgm:prSet/>
      <dgm:spPr/>
      <dgm:t>
        <a:bodyPr/>
        <a:lstStyle/>
        <a:p>
          <a:r>
            <a:rPr lang="en-US"/>
            <a:t>Data Storage in Cloud</a:t>
          </a:r>
        </a:p>
      </dgm:t>
    </dgm:pt>
    <dgm:pt modelId="{56D5586D-2ED5-4186-BB11-B5EA8F18F417}" type="parTrans" cxnId="{2FEB7B41-042C-4283-B5C1-6EC0575F5093}">
      <dgm:prSet/>
      <dgm:spPr/>
      <dgm:t>
        <a:bodyPr/>
        <a:lstStyle/>
        <a:p>
          <a:endParaRPr lang="en-US"/>
        </a:p>
      </dgm:t>
    </dgm:pt>
    <dgm:pt modelId="{90865831-C691-49AC-BED8-744CB04F39EB}" type="sibTrans" cxnId="{2FEB7B41-042C-4283-B5C1-6EC0575F5093}">
      <dgm:prSet/>
      <dgm:spPr/>
      <dgm:t>
        <a:bodyPr/>
        <a:lstStyle/>
        <a:p>
          <a:endParaRPr lang="en-US"/>
        </a:p>
      </dgm:t>
    </dgm:pt>
    <dgm:pt modelId="{748D45EF-5E78-49AC-B55B-1DEF0606F5DD}">
      <dgm:prSet/>
      <dgm:spPr/>
      <dgm:t>
        <a:bodyPr/>
        <a:lstStyle/>
        <a:p>
          <a:r>
            <a:rPr lang="en-US"/>
            <a:t>Big Data Processing</a:t>
          </a:r>
        </a:p>
      </dgm:t>
    </dgm:pt>
    <dgm:pt modelId="{A49CD30B-1AA1-4F76-B220-22A0B7FE9A9A}" type="parTrans" cxnId="{C9B68709-7264-427A-B1E0-B728FA9A3278}">
      <dgm:prSet/>
      <dgm:spPr/>
      <dgm:t>
        <a:bodyPr/>
        <a:lstStyle/>
        <a:p>
          <a:endParaRPr lang="en-US"/>
        </a:p>
      </dgm:t>
    </dgm:pt>
    <dgm:pt modelId="{746CD2C2-D00A-4EF7-AC99-80DE1EE125C0}" type="sibTrans" cxnId="{C9B68709-7264-427A-B1E0-B728FA9A3278}">
      <dgm:prSet/>
      <dgm:spPr/>
      <dgm:t>
        <a:bodyPr/>
        <a:lstStyle/>
        <a:p>
          <a:endParaRPr lang="en-US"/>
        </a:p>
      </dgm:t>
    </dgm:pt>
    <dgm:pt modelId="{D74271BB-B572-46DD-AF2B-51986092096A}">
      <dgm:prSet/>
      <dgm:spPr/>
      <dgm:t>
        <a:bodyPr/>
        <a:lstStyle/>
        <a:p>
          <a:r>
            <a:rPr lang="en-US"/>
            <a:t>Visualization &amp; Reporting</a:t>
          </a:r>
        </a:p>
      </dgm:t>
    </dgm:pt>
    <dgm:pt modelId="{04AF7863-DF06-4A69-8A06-BD39070038C7}" type="parTrans" cxnId="{B894CD46-0902-420B-B0D5-E0F36F7349DB}">
      <dgm:prSet/>
      <dgm:spPr/>
      <dgm:t>
        <a:bodyPr/>
        <a:lstStyle/>
        <a:p>
          <a:endParaRPr lang="en-US"/>
        </a:p>
      </dgm:t>
    </dgm:pt>
    <dgm:pt modelId="{EFD0FB98-FB84-451C-A91E-F7E4B191362C}" type="sibTrans" cxnId="{B894CD46-0902-420B-B0D5-E0F36F7349DB}">
      <dgm:prSet/>
      <dgm:spPr/>
      <dgm:t>
        <a:bodyPr/>
        <a:lstStyle/>
        <a:p>
          <a:endParaRPr lang="en-US"/>
        </a:p>
      </dgm:t>
    </dgm:pt>
    <dgm:pt modelId="{734A1E6D-D182-4202-ADC0-61A57424E44C}" type="pres">
      <dgm:prSet presAssocID="{4CD975B2-C360-47D8-B66F-650ED38FF232}" presName="vert0" presStyleCnt="0">
        <dgm:presLayoutVars>
          <dgm:dir/>
          <dgm:animOne val="branch"/>
          <dgm:animLvl val="lvl"/>
        </dgm:presLayoutVars>
      </dgm:prSet>
      <dgm:spPr/>
    </dgm:pt>
    <dgm:pt modelId="{FEA93255-1FC9-40FE-8948-AACB22EC373E}" type="pres">
      <dgm:prSet presAssocID="{E6F69AE8-CAC1-47E3-B35E-C892CC2DEC2F}" presName="thickLine" presStyleLbl="alignNode1" presStyleIdx="0" presStyleCnt="5"/>
      <dgm:spPr/>
    </dgm:pt>
    <dgm:pt modelId="{3950C144-626F-489F-A2DF-73D81D161165}" type="pres">
      <dgm:prSet presAssocID="{E6F69AE8-CAC1-47E3-B35E-C892CC2DEC2F}" presName="horz1" presStyleCnt="0"/>
      <dgm:spPr/>
    </dgm:pt>
    <dgm:pt modelId="{880CC677-3BC6-4407-A055-9B1454E0484A}" type="pres">
      <dgm:prSet presAssocID="{E6F69AE8-CAC1-47E3-B35E-C892CC2DEC2F}" presName="tx1" presStyleLbl="revTx" presStyleIdx="0" presStyleCnt="5"/>
      <dgm:spPr/>
    </dgm:pt>
    <dgm:pt modelId="{F7EDB286-F903-4CE3-A3F2-F0234E7B95FB}" type="pres">
      <dgm:prSet presAssocID="{E6F69AE8-CAC1-47E3-B35E-C892CC2DEC2F}" presName="vert1" presStyleCnt="0"/>
      <dgm:spPr/>
    </dgm:pt>
    <dgm:pt modelId="{4826F3EB-911E-4169-981A-AB18BF67E01B}" type="pres">
      <dgm:prSet presAssocID="{668DEEC5-9A87-405C-B104-DF777B5B2D38}" presName="thickLine" presStyleLbl="alignNode1" presStyleIdx="1" presStyleCnt="5"/>
      <dgm:spPr/>
    </dgm:pt>
    <dgm:pt modelId="{641FDDB4-72F6-4ED4-B9F5-08E2F89B36A4}" type="pres">
      <dgm:prSet presAssocID="{668DEEC5-9A87-405C-B104-DF777B5B2D38}" presName="horz1" presStyleCnt="0"/>
      <dgm:spPr/>
    </dgm:pt>
    <dgm:pt modelId="{2C78F045-752B-406C-A6CB-59E006DFF0F7}" type="pres">
      <dgm:prSet presAssocID="{668DEEC5-9A87-405C-B104-DF777B5B2D38}" presName="tx1" presStyleLbl="revTx" presStyleIdx="1" presStyleCnt="5"/>
      <dgm:spPr/>
    </dgm:pt>
    <dgm:pt modelId="{2D157C09-0750-4A3F-BFC7-5A8ACB5DE694}" type="pres">
      <dgm:prSet presAssocID="{668DEEC5-9A87-405C-B104-DF777B5B2D38}" presName="vert1" presStyleCnt="0"/>
      <dgm:spPr/>
    </dgm:pt>
    <dgm:pt modelId="{66415391-2DEE-46B0-BDA7-20406C3E64DE}" type="pres">
      <dgm:prSet presAssocID="{6176DCB4-676B-4157-9816-D170A1FA89F1}" presName="thickLine" presStyleLbl="alignNode1" presStyleIdx="2" presStyleCnt="5"/>
      <dgm:spPr/>
    </dgm:pt>
    <dgm:pt modelId="{9AA27635-E06D-4B0F-83AA-3A74A24A31F1}" type="pres">
      <dgm:prSet presAssocID="{6176DCB4-676B-4157-9816-D170A1FA89F1}" presName="horz1" presStyleCnt="0"/>
      <dgm:spPr/>
    </dgm:pt>
    <dgm:pt modelId="{135D04CE-FF4E-4B5E-95E3-3EDD227357EF}" type="pres">
      <dgm:prSet presAssocID="{6176DCB4-676B-4157-9816-D170A1FA89F1}" presName="tx1" presStyleLbl="revTx" presStyleIdx="2" presStyleCnt="5"/>
      <dgm:spPr/>
    </dgm:pt>
    <dgm:pt modelId="{326D5C52-8DE2-410B-83E2-FD00E3243F8E}" type="pres">
      <dgm:prSet presAssocID="{6176DCB4-676B-4157-9816-D170A1FA89F1}" presName="vert1" presStyleCnt="0"/>
      <dgm:spPr/>
    </dgm:pt>
    <dgm:pt modelId="{1573B25A-2880-4094-96B9-4AB15E47498A}" type="pres">
      <dgm:prSet presAssocID="{748D45EF-5E78-49AC-B55B-1DEF0606F5DD}" presName="thickLine" presStyleLbl="alignNode1" presStyleIdx="3" presStyleCnt="5"/>
      <dgm:spPr/>
    </dgm:pt>
    <dgm:pt modelId="{C7542C17-8974-479E-B4B5-7496D3EE61C0}" type="pres">
      <dgm:prSet presAssocID="{748D45EF-5E78-49AC-B55B-1DEF0606F5DD}" presName="horz1" presStyleCnt="0"/>
      <dgm:spPr/>
    </dgm:pt>
    <dgm:pt modelId="{944011E9-CA01-44E0-B869-0F4EDDB34ECA}" type="pres">
      <dgm:prSet presAssocID="{748D45EF-5E78-49AC-B55B-1DEF0606F5DD}" presName="tx1" presStyleLbl="revTx" presStyleIdx="3" presStyleCnt="5"/>
      <dgm:spPr/>
    </dgm:pt>
    <dgm:pt modelId="{D16C98DF-E1FC-446B-B895-B351AFB2E211}" type="pres">
      <dgm:prSet presAssocID="{748D45EF-5E78-49AC-B55B-1DEF0606F5DD}" presName="vert1" presStyleCnt="0"/>
      <dgm:spPr/>
    </dgm:pt>
    <dgm:pt modelId="{95A45236-F3CA-4775-9703-31E43D4A19D7}" type="pres">
      <dgm:prSet presAssocID="{D74271BB-B572-46DD-AF2B-51986092096A}" presName="thickLine" presStyleLbl="alignNode1" presStyleIdx="4" presStyleCnt="5"/>
      <dgm:spPr/>
    </dgm:pt>
    <dgm:pt modelId="{D0F7C8B5-32D9-470A-BE9D-ECB1BD66CA7F}" type="pres">
      <dgm:prSet presAssocID="{D74271BB-B572-46DD-AF2B-51986092096A}" presName="horz1" presStyleCnt="0"/>
      <dgm:spPr/>
    </dgm:pt>
    <dgm:pt modelId="{360686F6-4C2A-477E-AD34-D565C57B0CF9}" type="pres">
      <dgm:prSet presAssocID="{D74271BB-B572-46DD-AF2B-51986092096A}" presName="tx1" presStyleLbl="revTx" presStyleIdx="4" presStyleCnt="5"/>
      <dgm:spPr/>
    </dgm:pt>
    <dgm:pt modelId="{8BA318D8-67A5-4528-ADBF-F67281AD942E}" type="pres">
      <dgm:prSet presAssocID="{D74271BB-B572-46DD-AF2B-51986092096A}" presName="vert1" presStyleCnt="0"/>
      <dgm:spPr/>
    </dgm:pt>
  </dgm:ptLst>
  <dgm:cxnLst>
    <dgm:cxn modelId="{C9B68709-7264-427A-B1E0-B728FA9A3278}" srcId="{4CD975B2-C360-47D8-B66F-650ED38FF232}" destId="{748D45EF-5E78-49AC-B55B-1DEF0606F5DD}" srcOrd="3" destOrd="0" parTransId="{A49CD30B-1AA1-4F76-B220-22A0B7FE9A9A}" sibTransId="{746CD2C2-D00A-4EF7-AC99-80DE1EE125C0}"/>
    <dgm:cxn modelId="{92378F34-989A-4365-ADFD-B20F218831BE}" srcId="{4CD975B2-C360-47D8-B66F-650ED38FF232}" destId="{E6F69AE8-CAC1-47E3-B35E-C892CC2DEC2F}" srcOrd="0" destOrd="0" parTransId="{36C4ADED-ECFF-490B-A0D9-0DCC407467B3}" sibTransId="{D0D564E8-A559-4C58-9E32-FC4831E84836}"/>
    <dgm:cxn modelId="{5721473D-4A4F-4329-A9F0-14EA35D9E92D}" type="presOf" srcId="{748D45EF-5E78-49AC-B55B-1DEF0606F5DD}" destId="{944011E9-CA01-44E0-B869-0F4EDDB34ECA}" srcOrd="0" destOrd="0" presId="urn:microsoft.com/office/officeart/2008/layout/LinedList"/>
    <dgm:cxn modelId="{2FEB7B41-042C-4283-B5C1-6EC0575F5093}" srcId="{4CD975B2-C360-47D8-B66F-650ED38FF232}" destId="{6176DCB4-676B-4157-9816-D170A1FA89F1}" srcOrd="2" destOrd="0" parTransId="{56D5586D-2ED5-4186-BB11-B5EA8F18F417}" sibTransId="{90865831-C691-49AC-BED8-744CB04F39EB}"/>
    <dgm:cxn modelId="{B894CD46-0902-420B-B0D5-E0F36F7349DB}" srcId="{4CD975B2-C360-47D8-B66F-650ED38FF232}" destId="{D74271BB-B572-46DD-AF2B-51986092096A}" srcOrd="4" destOrd="0" parTransId="{04AF7863-DF06-4A69-8A06-BD39070038C7}" sibTransId="{EFD0FB98-FB84-451C-A91E-F7E4B191362C}"/>
    <dgm:cxn modelId="{22F69C87-ED0C-4A94-8F90-0503B85F2E6D}" type="presOf" srcId="{6176DCB4-676B-4157-9816-D170A1FA89F1}" destId="{135D04CE-FF4E-4B5E-95E3-3EDD227357EF}" srcOrd="0" destOrd="0" presId="urn:microsoft.com/office/officeart/2008/layout/LinedList"/>
    <dgm:cxn modelId="{A9B2558F-B4C5-4AE5-A7FA-44C09437A07A}" type="presOf" srcId="{D74271BB-B572-46DD-AF2B-51986092096A}" destId="{360686F6-4C2A-477E-AD34-D565C57B0CF9}" srcOrd="0" destOrd="0" presId="urn:microsoft.com/office/officeart/2008/layout/LinedList"/>
    <dgm:cxn modelId="{2D850C96-4967-4095-B587-E6C8B0DCFCD6}" type="presOf" srcId="{668DEEC5-9A87-405C-B104-DF777B5B2D38}" destId="{2C78F045-752B-406C-A6CB-59E006DFF0F7}" srcOrd="0" destOrd="0" presId="urn:microsoft.com/office/officeart/2008/layout/LinedList"/>
    <dgm:cxn modelId="{C8374FC1-22A6-480B-9963-5D79241298A3}" srcId="{4CD975B2-C360-47D8-B66F-650ED38FF232}" destId="{668DEEC5-9A87-405C-B104-DF777B5B2D38}" srcOrd="1" destOrd="0" parTransId="{3DADA488-E961-4A4F-AE30-473FD8E6275C}" sibTransId="{3DB7F23F-E9BF-4D02-95AA-D1A3255A02E6}"/>
    <dgm:cxn modelId="{5F4555E6-632B-486E-A727-BB71BC7398EC}" type="presOf" srcId="{4CD975B2-C360-47D8-B66F-650ED38FF232}" destId="{734A1E6D-D182-4202-ADC0-61A57424E44C}" srcOrd="0" destOrd="0" presId="urn:microsoft.com/office/officeart/2008/layout/LinedList"/>
    <dgm:cxn modelId="{91E9F2E9-F3E3-48FF-A996-8A5B9F4E34D6}" type="presOf" srcId="{E6F69AE8-CAC1-47E3-B35E-C892CC2DEC2F}" destId="{880CC677-3BC6-4407-A055-9B1454E0484A}" srcOrd="0" destOrd="0" presId="urn:microsoft.com/office/officeart/2008/layout/LinedList"/>
    <dgm:cxn modelId="{35881D8F-C00E-4D6D-9A2B-972130F55B30}" type="presParOf" srcId="{734A1E6D-D182-4202-ADC0-61A57424E44C}" destId="{FEA93255-1FC9-40FE-8948-AACB22EC373E}" srcOrd="0" destOrd="0" presId="urn:microsoft.com/office/officeart/2008/layout/LinedList"/>
    <dgm:cxn modelId="{C33AF44D-F698-4455-960F-CA9A20BE2B09}" type="presParOf" srcId="{734A1E6D-D182-4202-ADC0-61A57424E44C}" destId="{3950C144-626F-489F-A2DF-73D81D161165}" srcOrd="1" destOrd="0" presId="urn:microsoft.com/office/officeart/2008/layout/LinedList"/>
    <dgm:cxn modelId="{806D4AC4-6E12-4A98-9DC3-FBADF4985DC5}" type="presParOf" srcId="{3950C144-626F-489F-A2DF-73D81D161165}" destId="{880CC677-3BC6-4407-A055-9B1454E0484A}" srcOrd="0" destOrd="0" presId="urn:microsoft.com/office/officeart/2008/layout/LinedList"/>
    <dgm:cxn modelId="{D3E9E2B5-A089-449F-A93A-1DF1C1249EAA}" type="presParOf" srcId="{3950C144-626F-489F-A2DF-73D81D161165}" destId="{F7EDB286-F903-4CE3-A3F2-F0234E7B95FB}" srcOrd="1" destOrd="0" presId="urn:microsoft.com/office/officeart/2008/layout/LinedList"/>
    <dgm:cxn modelId="{A8AADC11-E5C9-409C-8BA3-34E621F3D5F1}" type="presParOf" srcId="{734A1E6D-D182-4202-ADC0-61A57424E44C}" destId="{4826F3EB-911E-4169-981A-AB18BF67E01B}" srcOrd="2" destOrd="0" presId="urn:microsoft.com/office/officeart/2008/layout/LinedList"/>
    <dgm:cxn modelId="{21A6F5C0-1305-4CF2-A757-632DE48A111A}" type="presParOf" srcId="{734A1E6D-D182-4202-ADC0-61A57424E44C}" destId="{641FDDB4-72F6-4ED4-B9F5-08E2F89B36A4}" srcOrd="3" destOrd="0" presId="urn:microsoft.com/office/officeart/2008/layout/LinedList"/>
    <dgm:cxn modelId="{79BACEFF-F37A-4286-9900-7E238165087B}" type="presParOf" srcId="{641FDDB4-72F6-4ED4-B9F5-08E2F89B36A4}" destId="{2C78F045-752B-406C-A6CB-59E006DFF0F7}" srcOrd="0" destOrd="0" presId="urn:microsoft.com/office/officeart/2008/layout/LinedList"/>
    <dgm:cxn modelId="{35A85B1F-CAF7-4162-B6CD-BEC3F3B8BE8C}" type="presParOf" srcId="{641FDDB4-72F6-4ED4-B9F5-08E2F89B36A4}" destId="{2D157C09-0750-4A3F-BFC7-5A8ACB5DE694}" srcOrd="1" destOrd="0" presId="urn:microsoft.com/office/officeart/2008/layout/LinedList"/>
    <dgm:cxn modelId="{B03174BA-1AFD-43AD-9C54-1336151E1BB2}" type="presParOf" srcId="{734A1E6D-D182-4202-ADC0-61A57424E44C}" destId="{66415391-2DEE-46B0-BDA7-20406C3E64DE}" srcOrd="4" destOrd="0" presId="urn:microsoft.com/office/officeart/2008/layout/LinedList"/>
    <dgm:cxn modelId="{947CB9C5-29F8-4B02-970F-8315F015E479}" type="presParOf" srcId="{734A1E6D-D182-4202-ADC0-61A57424E44C}" destId="{9AA27635-E06D-4B0F-83AA-3A74A24A31F1}" srcOrd="5" destOrd="0" presId="urn:microsoft.com/office/officeart/2008/layout/LinedList"/>
    <dgm:cxn modelId="{603CD987-CEB8-4C3D-BC66-5820BC03FF94}" type="presParOf" srcId="{9AA27635-E06D-4B0F-83AA-3A74A24A31F1}" destId="{135D04CE-FF4E-4B5E-95E3-3EDD227357EF}" srcOrd="0" destOrd="0" presId="urn:microsoft.com/office/officeart/2008/layout/LinedList"/>
    <dgm:cxn modelId="{A71AAFBD-B77B-4458-8D7F-68750E63DAEC}" type="presParOf" srcId="{9AA27635-E06D-4B0F-83AA-3A74A24A31F1}" destId="{326D5C52-8DE2-410B-83E2-FD00E3243F8E}" srcOrd="1" destOrd="0" presId="urn:microsoft.com/office/officeart/2008/layout/LinedList"/>
    <dgm:cxn modelId="{4A6500D9-6622-4613-8206-F5FD80666BF9}" type="presParOf" srcId="{734A1E6D-D182-4202-ADC0-61A57424E44C}" destId="{1573B25A-2880-4094-96B9-4AB15E47498A}" srcOrd="6" destOrd="0" presId="urn:microsoft.com/office/officeart/2008/layout/LinedList"/>
    <dgm:cxn modelId="{111A0E4C-8B0D-4ED7-A2AE-76D93D3AE0B1}" type="presParOf" srcId="{734A1E6D-D182-4202-ADC0-61A57424E44C}" destId="{C7542C17-8974-479E-B4B5-7496D3EE61C0}" srcOrd="7" destOrd="0" presId="urn:microsoft.com/office/officeart/2008/layout/LinedList"/>
    <dgm:cxn modelId="{547C7D60-69E1-49F1-B072-5C5E2DEEF051}" type="presParOf" srcId="{C7542C17-8974-479E-B4B5-7496D3EE61C0}" destId="{944011E9-CA01-44E0-B869-0F4EDDB34ECA}" srcOrd="0" destOrd="0" presId="urn:microsoft.com/office/officeart/2008/layout/LinedList"/>
    <dgm:cxn modelId="{5CFBA8BC-AF8D-4319-A9ED-1DFF24707304}" type="presParOf" srcId="{C7542C17-8974-479E-B4B5-7496D3EE61C0}" destId="{D16C98DF-E1FC-446B-B895-B351AFB2E211}" srcOrd="1" destOrd="0" presId="urn:microsoft.com/office/officeart/2008/layout/LinedList"/>
    <dgm:cxn modelId="{AC451763-528A-4EF7-B351-FE9CB346F24F}" type="presParOf" srcId="{734A1E6D-D182-4202-ADC0-61A57424E44C}" destId="{95A45236-F3CA-4775-9703-31E43D4A19D7}" srcOrd="8" destOrd="0" presId="urn:microsoft.com/office/officeart/2008/layout/LinedList"/>
    <dgm:cxn modelId="{A4ACE405-EC21-4C90-8DC0-0D0E9246E52B}" type="presParOf" srcId="{734A1E6D-D182-4202-ADC0-61A57424E44C}" destId="{D0F7C8B5-32D9-470A-BE9D-ECB1BD66CA7F}" srcOrd="9" destOrd="0" presId="urn:microsoft.com/office/officeart/2008/layout/LinedList"/>
    <dgm:cxn modelId="{4A38C0DB-D1AC-4B54-B0A7-0BE5DE096CE7}" type="presParOf" srcId="{D0F7C8B5-32D9-470A-BE9D-ECB1BD66CA7F}" destId="{360686F6-4C2A-477E-AD34-D565C57B0CF9}" srcOrd="0" destOrd="0" presId="urn:microsoft.com/office/officeart/2008/layout/LinedList"/>
    <dgm:cxn modelId="{1860C7ED-BF1F-42DA-B58F-0006A5FDE7EF}" type="presParOf" srcId="{D0F7C8B5-32D9-470A-BE9D-ECB1BD66CA7F}" destId="{8BA318D8-67A5-4528-ADBF-F67281AD942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580EE9A-ABBE-4671-9373-0BA122C2EBEF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ACAE519-09EE-412E-8A26-7C897EE18C70}">
      <dgm:prSet/>
      <dgm:spPr/>
      <dgm:t>
        <a:bodyPr/>
        <a:lstStyle/>
        <a:p>
          <a:r>
            <a:rPr lang="en-US"/>
            <a:t>Course popularity analysis.</a:t>
          </a:r>
        </a:p>
      </dgm:t>
    </dgm:pt>
    <dgm:pt modelId="{7F82B33A-66C6-4A31-9D19-E61A67B4EC4F}" type="parTrans" cxnId="{8457C731-4F19-40CA-A035-C4E8F043734B}">
      <dgm:prSet/>
      <dgm:spPr/>
      <dgm:t>
        <a:bodyPr/>
        <a:lstStyle/>
        <a:p>
          <a:endParaRPr lang="en-US"/>
        </a:p>
      </dgm:t>
    </dgm:pt>
    <dgm:pt modelId="{0006DDCB-36FD-4ABE-A9D8-087B86C2BAF7}" type="sibTrans" cxnId="{8457C731-4F19-40CA-A035-C4E8F043734B}">
      <dgm:prSet/>
      <dgm:spPr/>
      <dgm:t>
        <a:bodyPr/>
        <a:lstStyle/>
        <a:p>
          <a:endParaRPr lang="en-US"/>
        </a:p>
      </dgm:t>
    </dgm:pt>
    <dgm:pt modelId="{F015AE2B-0F27-4B51-8FDA-DC25CE462228}">
      <dgm:prSet/>
      <dgm:spPr/>
      <dgm:t>
        <a:bodyPr/>
        <a:lstStyle/>
        <a:p>
          <a:r>
            <a:rPr lang="en-US"/>
            <a:t>Student engagement tracking.</a:t>
          </a:r>
        </a:p>
      </dgm:t>
    </dgm:pt>
    <dgm:pt modelId="{57933678-964C-429F-AA39-B426DE0F9128}" type="parTrans" cxnId="{29A34A24-9695-4E44-B8CB-C106D05EBBB3}">
      <dgm:prSet/>
      <dgm:spPr/>
      <dgm:t>
        <a:bodyPr/>
        <a:lstStyle/>
        <a:p>
          <a:endParaRPr lang="en-US"/>
        </a:p>
      </dgm:t>
    </dgm:pt>
    <dgm:pt modelId="{FB58B733-FB04-41BC-B188-FD9F51DB61D6}" type="sibTrans" cxnId="{29A34A24-9695-4E44-B8CB-C106D05EBBB3}">
      <dgm:prSet/>
      <dgm:spPr/>
      <dgm:t>
        <a:bodyPr/>
        <a:lstStyle/>
        <a:p>
          <a:endParaRPr lang="en-US"/>
        </a:p>
      </dgm:t>
    </dgm:pt>
    <dgm:pt modelId="{8A0D2C7D-17A1-40FD-9347-97CD346CB570}">
      <dgm:prSet/>
      <dgm:spPr/>
      <dgm:t>
        <a:bodyPr/>
        <a:lstStyle/>
        <a:p>
          <a:r>
            <a:rPr lang="en-US"/>
            <a:t>Performance trend analysis.</a:t>
          </a:r>
        </a:p>
      </dgm:t>
    </dgm:pt>
    <dgm:pt modelId="{7523C86A-9B7D-4BDD-9827-D24436E97A96}" type="parTrans" cxnId="{D7AA66AB-4A7A-4CAD-B010-0023A79F1878}">
      <dgm:prSet/>
      <dgm:spPr/>
      <dgm:t>
        <a:bodyPr/>
        <a:lstStyle/>
        <a:p>
          <a:endParaRPr lang="en-US"/>
        </a:p>
      </dgm:t>
    </dgm:pt>
    <dgm:pt modelId="{FA5FFDEC-E882-433F-BF92-10FD6E75AD61}" type="sibTrans" cxnId="{D7AA66AB-4A7A-4CAD-B010-0023A79F1878}">
      <dgm:prSet/>
      <dgm:spPr/>
      <dgm:t>
        <a:bodyPr/>
        <a:lstStyle/>
        <a:p>
          <a:endParaRPr lang="en-US"/>
        </a:p>
      </dgm:t>
    </dgm:pt>
    <dgm:pt modelId="{E53BD4BC-088B-4534-9F22-274546701A39}">
      <dgm:prSet/>
      <dgm:spPr/>
      <dgm:t>
        <a:bodyPr/>
        <a:lstStyle/>
        <a:p>
          <a:r>
            <a:rPr lang="en-US"/>
            <a:t>Dropout prediction.</a:t>
          </a:r>
        </a:p>
      </dgm:t>
    </dgm:pt>
    <dgm:pt modelId="{9A170233-A0EF-448F-A660-413782A69DEB}" type="parTrans" cxnId="{A356E33F-FAD9-48E6-9D78-4F0E65E4400A}">
      <dgm:prSet/>
      <dgm:spPr/>
      <dgm:t>
        <a:bodyPr/>
        <a:lstStyle/>
        <a:p>
          <a:endParaRPr lang="en-US"/>
        </a:p>
      </dgm:t>
    </dgm:pt>
    <dgm:pt modelId="{874CBC39-9BBC-4DF5-9DC6-4343621EE573}" type="sibTrans" cxnId="{A356E33F-FAD9-48E6-9D78-4F0E65E4400A}">
      <dgm:prSet/>
      <dgm:spPr/>
      <dgm:t>
        <a:bodyPr/>
        <a:lstStyle/>
        <a:p>
          <a:endParaRPr lang="en-US"/>
        </a:p>
      </dgm:t>
    </dgm:pt>
    <dgm:pt modelId="{8EDE71F4-CAA5-455A-A78C-A8669746A342}" type="pres">
      <dgm:prSet presAssocID="{B580EE9A-ABBE-4671-9373-0BA122C2EBEF}" presName="vert0" presStyleCnt="0">
        <dgm:presLayoutVars>
          <dgm:dir/>
          <dgm:animOne val="branch"/>
          <dgm:animLvl val="lvl"/>
        </dgm:presLayoutVars>
      </dgm:prSet>
      <dgm:spPr/>
    </dgm:pt>
    <dgm:pt modelId="{AA7ECECA-9C6F-412D-8F5E-022795FCA9FE}" type="pres">
      <dgm:prSet presAssocID="{EACAE519-09EE-412E-8A26-7C897EE18C70}" presName="thickLine" presStyleLbl="alignNode1" presStyleIdx="0" presStyleCnt="4"/>
      <dgm:spPr/>
    </dgm:pt>
    <dgm:pt modelId="{E02D1536-A44B-41D3-9088-92466507EC77}" type="pres">
      <dgm:prSet presAssocID="{EACAE519-09EE-412E-8A26-7C897EE18C70}" presName="horz1" presStyleCnt="0"/>
      <dgm:spPr/>
    </dgm:pt>
    <dgm:pt modelId="{DD9DB608-8E5D-4DD5-81CB-F81F579AD052}" type="pres">
      <dgm:prSet presAssocID="{EACAE519-09EE-412E-8A26-7C897EE18C70}" presName="tx1" presStyleLbl="revTx" presStyleIdx="0" presStyleCnt="4"/>
      <dgm:spPr/>
    </dgm:pt>
    <dgm:pt modelId="{923A0449-F32A-40F9-8D90-3828785C71C3}" type="pres">
      <dgm:prSet presAssocID="{EACAE519-09EE-412E-8A26-7C897EE18C70}" presName="vert1" presStyleCnt="0"/>
      <dgm:spPr/>
    </dgm:pt>
    <dgm:pt modelId="{A7972F3F-7191-41BA-8017-91EF277A3EB8}" type="pres">
      <dgm:prSet presAssocID="{F015AE2B-0F27-4B51-8FDA-DC25CE462228}" presName="thickLine" presStyleLbl="alignNode1" presStyleIdx="1" presStyleCnt="4"/>
      <dgm:spPr/>
    </dgm:pt>
    <dgm:pt modelId="{CC5E4B8B-421D-4288-9089-C33CB2AB40BF}" type="pres">
      <dgm:prSet presAssocID="{F015AE2B-0F27-4B51-8FDA-DC25CE462228}" presName="horz1" presStyleCnt="0"/>
      <dgm:spPr/>
    </dgm:pt>
    <dgm:pt modelId="{30F365CA-A965-454E-8ACB-3E9F51D1FB79}" type="pres">
      <dgm:prSet presAssocID="{F015AE2B-0F27-4B51-8FDA-DC25CE462228}" presName="tx1" presStyleLbl="revTx" presStyleIdx="1" presStyleCnt="4"/>
      <dgm:spPr/>
    </dgm:pt>
    <dgm:pt modelId="{2CB58292-88E4-4F4D-9ADF-F8C2CBA1A01B}" type="pres">
      <dgm:prSet presAssocID="{F015AE2B-0F27-4B51-8FDA-DC25CE462228}" presName="vert1" presStyleCnt="0"/>
      <dgm:spPr/>
    </dgm:pt>
    <dgm:pt modelId="{8F5D8EE3-1E67-4BFF-91F5-4B48E6C7BC45}" type="pres">
      <dgm:prSet presAssocID="{8A0D2C7D-17A1-40FD-9347-97CD346CB570}" presName="thickLine" presStyleLbl="alignNode1" presStyleIdx="2" presStyleCnt="4"/>
      <dgm:spPr/>
    </dgm:pt>
    <dgm:pt modelId="{72A77182-397F-4841-B337-11C2790EA6DD}" type="pres">
      <dgm:prSet presAssocID="{8A0D2C7D-17A1-40FD-9347-97CD346CB570}" presName="horz1" presStyleCnt="0"/>
      <dgm:spPr/>
    </dgm:pt>
    <dgm:pt modelId="{FF501519-E100-4B07-A1F0-58FD4F6E0A16}" type="pres">
      <dgm:prSet presAssocID="{8A0D2C7D-17A1-40FD-9347-97CD346CB570}" presName="tx1" presStyleLbl="revTx" presStyleIdx="2" presStyleCnt="4"/>
      <dgm:spPr/>
    </dgm:pt>
    <dgm:pt modelId="{EBA4A411-0FFA-439E-98C9-6756B35E1253}" type="pres">
      <dgm:prSet presAssocID="{8A0D2C7D-17A1-40FD-9347-97CD346CB570}" presName="vert1" presStyleCnt="0"/>
      <dgm:spPr/>
    </dgm:pt>
    <dgm:pt modelId="{E769B459-332A-44C4-A1CA-D628A8DF100B}" type="pres">
      <dgm:prSet presAssocID="{E53BD4BC-088B-4534-9F22-274546701A39}" presName="thickLine" presStyleLbl="alignNode1" presStyleIdx="3" presStyleCnt="4"/>
      <dgm:spPr/>
    </dgm:pt>
    <dgm:pt modelId="{033EDC70-BDE3-4353-9EAA-19759A4F0F26}" type="pres">
      <dgm:prSet presAssocID="{E53BD4BC-088B-4534-9F22-274546701A39}" presName="horz1" presStyleCnt="0"/>
      <dgm:spPr/>
    </dgm:pt>
    <dgm:pt modelId="{3709D5DA-5C88-448E-ACA3-EDC2C6D81E60}" type="pres">
      <dgm:prSet presAssocID="{E53BD4BC-088B-4534-9F22-274546701A39}" presName="tx1" presStyleLbl="revTx" presStyleIdx="3" presStyleCnt="4"/>
      <dgm:spPr/>
    </dgm:pt>
    <dgm:pt modelId="{FDBA50F2-00A0-46F6-8444-CABA1C8509CE}" type="pres">
      <dgm:prSet presAssocID="{E53BD4BC-088B-4534-9F22-274546701A39}" presName="vert1" presStyleCnt="0"/>
      <dgm:spPr/>
    </dgm:pt>
  </dgm:ptLst>
  <dgm:cxnLst>
    <dgm:cxn modelId="{2F9FDE03-4043-44A2-BB31-E57350FEE184}" type="presOf" srcId="{F015AE2B-0F27-4B51-8FDA-DC25CE462228}" destId="{30F365CA-A965-454E-8ACB-3E9F51D1FB79}" srcOrd="0" destOrd="0" presId="urn:microsoft.com/office/officeart/2008/layout/LinedList"/>
    <dgm:cxn modelId="{ACDBC515-8C5C-4615-B21C-3A6B4677F870}" type="presOf" srcId="{EACAE519-09EE-412E-8A26-7C897EE18C70}" destId="{DD9DB608-8E5D-4DD5-81CB-F81F579AD052}" srcOrd="0" destOrd="0" presId="urn:microsoft.com/office/officeart/2008/layout/LinedList"/>
    <dgm:cxn modelId="{29A34A24-9695-4E44-B8CB-C106D05EBBB3}" srcId="{B580EE9A-ABBE-4671-9373-0BA122C2EBEF}" destId="{F015AE2B-0F27-4B51-8FDA-DC25CE462228}" srcOrd="1" destOrd="0" parTransId="{57933678-964C-429F-AA39-B426DE0F9128}" sibTransId="{FB58B733-FB04-41BC-B188-FD9F51DB61D6}"/>
    <dgm:cxn modelId="{8457C731-4F19-40CA-A035-C4E8F043734B}" srcId="{B580EE9A-ABBE-4671-9373-0BA122C2EBEF}" destId="{EACAE519-09EE-412E-8A26-7C897EE18C70}" srcOrd="0" destOrd="0" parTransId="{7F82B33A-66C6-4A31-9D19-E61A67B4EC4F}" sibTransId="{0006DDCB-36FD-4ABE-A9D8-087B86C2BAF7}"/>
    <dgm:cxn modelId="{A356E33F-FAD9-48E6-9D78-4F0E65E4400A}" srcId="{B580EE9A-ABBE-4671-9373-0BA122C2EBEF}" destId="{E53BD4BC-088B-4534-9F22-274546701A39}" srcOrd="3" destOrd="0" parTransId="{9A170233-A0EF-448F-A660-413782A69DEB}" sibTransId="{874CBC39-9BBC-4DF5-9DC6-4343621EE573}"/>
    <dgm:cxn modelId="{79E44F6F-462B-46E2-B164-9A543F9B1538}" type="presOf" srcId="{8A0D2C7D-17A1-40FD-9347-97CD346CB570}" destId="{FF501519-E100-4B07-A1F0-58FD4F6E0A16}" srcOrd="0" destOrd="0" presId="urn:microsoft.com/office/officeart/2008/layout/LinedList"/>
    <dgm:cxn modelId="{E4091693-D832-45C3-88CB-6AD989C18A50}" type="presOf" srcId="{E53BD4BC-088B-4534-9F22-274546701A39}" destId="{3709D5DA-5C88-448E-ACA3-EDC2C6D81E60}" srcOrd="0" destOrd="0" presId="urn:microsoft.com/office/officeart/2008/layout/LinedList"/>
    <dgm:cxn modelId="{F91098A6-AD98-48FE-9AD8-E577B32AFC1B}" type="presOf" srcId="{B580EE9A-ABBE-4671-9373-0BA122C2EBEF}" destId="{8EDE71F4-CAA5-455A-A78C-A8669746A342}" srcOrd="0" destOrd="0" presId="urn:microsoft.com/office/officeart/2008/layout/LinedList"/>
    <dgm:cxn modelId="{D7AA66AB-4A7A-4CAD-B010-0023A79F1878}" srcId="{B580EE9A-ABBE-4671-9373-0BA122C2EBEF}" destId="{8A0D2C7D-17A1-40FD-9347-97CD346CB570}" srcOrd="2" destOrd="0" parTransId="{7523C86A-9B7D-4BDD-9827-D24436E97A96}" sibTransId="{FA5FFDEC-E882-433F-BF92-10FD6E75AD61}"/>
    <dgm:cxn modelId="{3C1F86CE-CE1B-40E0-92CB-22D24B351F3F}" type="presParOf" srcId="{8EDE71F4-CAA5-455A-A78C-A8669746A342}" destId="{AA7ECECA-9C6F-412D-8F5E-022795FCA9FE}" srcOrd="0" destOrd="0" presId="urn:microsoft.com/office/officeart/2008/layout/LinedList"/>
    <dgm:cxn modelId="{3EB0372A-9C79-4F54-8A88-3D9A34359BC9}" type="presParOf" srcId="{8EDE71F4-CAA5-455A-A78C-A8669746A342}" destId="{E02D1536-A44B-41D3-9088-92466507EC77}" srcOrd="1" destOrd="0" presId="urn:microsoft.com/office/officeart/2008/layout/LinedList"/>
    <dgm:cxn modelId="{78ACAA3F-211E-434C-A63B-5AF259BFBE9F}" type="presParOf" srcId="{E02D1536-A44B-41D3-9088-92466507EC77}" destId="{DD9DB608-8E5D-4DD5-81CB-F81F579AD052}" srcOrd="0" destOrd="0" presId="urn:microsoft.com/office/officeart/2008/layout/LinedList"/>
    <dgm:cxn modelId="{0D5483BF-3399-49B3-80FC-DA66767BF433}" type="presParOf" srcId="{E02D1536-A44B-41D3-9088-92466507EC77}" destId="{923A0449-F32A-40F9-8D90-3828785C71C3}" srcOrd="1" destOrd="0" presId="urn:microsoft.com/office/officeart/2008/layout/LinedList"/>
    <dgm:cxn modelId="{02C73ED6-B368-406E-86EA-D29DDEBC90DF}" type="presParOf" srcId="{8EDE71F4-CAA5-455A-A78C-A8669746A342}" destId="{A7972F3F-7191-41BA-8017-91EF277A3EB8}" srcOrd="2" destOrd="0" presId="urn:microsoft.com/office/officeart/2008/layout/LinedList"/>
    <dgm:cxn modelId="{F01B22A1-0489-40EB-BEDD-FE36964266D3}" type="presParOf" srcId="{8EDE71F4-CAA5-455A-A78C-A8669746A342}" destId="{CC5E4B8B-421D-4288-9089-C33CB2AB40BF}" srcOrd="3" destOrd="0" presId="urn:microsoft.com/office/officeart/2008/layout/LinedList"/>
    <dgm:cxn modelId="{CABE2EFC-2939-4F23-A7CE-485240162F2B}" type="presParOf" srcId="{CC5E4B8B-421D-4288-9089-C33CB2AB40BF}" destId="{30F365CA-A965-454E-8ACB-3E9F51D1FB79}" srcOrd="0" destOrd="0" presId="urn:microsoft.com/office/officeart/2008/layout/LinedList"/>
    <dgm:cxn modelId="{EBFF80DE-F433-4F0E-A637-981995194D3A}" type="presParOf" srcId="{CC5E4B8B-421D-4288-9089-C33CB2AB40BF}" destId="{2CB58292-88E4-4F4D-9ADF-F8C2CBA1A01B}" srcOrd="1" destOrd="0" presId="urn:microsoft.com/office/officeart/2008/layout/LinedList"/>
    <dgm:cxn modelId="{2564D647-57BE-475F-BE99-FA816B23B00B}" type="presParOf" srcId="{8EDE71F4-CAA5-455A-A78C-A8669746A342}" destId="{8F5D8EE3-1E67-4BFF-91F5-4B48E6C7BC45}" srcOrd="4" destOrd="0" presId="urn:microsoft.com/office/officeart/2008/layout/LinedList"/>
    <dgm:cxn modelId="{4160AE2F-651D-4C69-A477-D5EB92C09BBF}" type="presParOf" srcId="{8EDE71F4-CAA5-455A-A78C-A8669746A342}" destId="{72A77182-397F-4841-B337-11C2790EA6DD}" srcOrd="5" destOrd="0" presId="urn:microsoft.com/office/officeart/2008/layout/LinedList"/>
    <dgm:cxn modelId="{C7EEAC63-989C-4599-BDF1-657DA5359238}" type="presParOf" srcId="{72A77182-397F-4841-B337-11C2790EA6DD}" destId="{FF501519-E100-4B07-A1F0-58FD4F6E0A16}" srcOrd="0" destOrd="0" presId="urn:microsoft.com/office/officeart/2008/layout/LinedList"/>
    <dgm:cxn modelId="{70583ABF-B4B6-40A9-BE49-81F5DD10E8B6}" type="presParOf" srcId="{72A77182-397F-4841-B337-11C2790EA6DD}" destId="{EBA4A411-0FFA-439E-98C9-6756B35E1253}" srcOrd="1" destOrd="0" presId="urn:microsoft.com/office/officeart/2008/layout/LinedList"/>
    <dgm:cxn modelId="{5530BD7D-7805-47E3-A3A4-01FAC482725B}" type="presParOf" srcId="{8EDE71F4-CAA5-455A-A78C-A8669746A342}" destId="{E769B459-332A-44C4-A1CA-D628A8DF100B}" srcOrd="6" destOrd="0" presId="urn:microsoft.com/office/officeart/2008/layout/LinedList"/>
    <dgm:cxn modelId="{FB814A4A-FE17-4FDA-9336-9BEC72542AF3}" type="presParOf" srcId="{8EDE71F4-CAA5-455A-A78C-A8669746A342}" destId="{033EDC70-BDE3-4353-9EAA-19759A4F0F26}" srcOrd="7" destOrd="0" presId="urn:microsoft.com/office/officeart/2008/layout/LinedList"/>
    <dgm:cxn modelId="{95FFC794-97CF-4492-873F-6BDD2302D894}" type="presParOf" srcId="{033EDC70-BDE3-4353-9EAA-19759A4F0F26}" destId="{3709D5DA-5C88-448E-ACA3-EDC2C6D81E60}" srcOrd="0" destOrd="0" presId="urn:microsoft.com/office/officeart/2008/layout/LinedList"/>
    <dgm:cxn modelId="{4BC593E5-F5EF-4E37-8A18-7DEFA1F14E75}" type="presParOf" srcId="{033EDC70-BDE3-4353-9EAA-19759A4F0F26}" destId="{FDBA50F2-00A0-46F6-8444-CABA1C8509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E392951-23FB-46BE-BA8F-2AD0B0098B29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3C96D97-23D4-4BDE-A80A-B8F87B085649}">
      <dgm:prSet/>
      <dgm:spPr/>
      <dgm:t>
        <a:bodyPr/>
        <a:lstStyle/>
        <a:p>
          <a:r>
            <a:rPr lang="en-US"/>
            <a:t>Scalable storage.</a:t>
          </a:r>
        </a:p>
      </dgm:t>
    </dgm:pt>
    <dgm:pt modelId="{DC86886B-A5F0-4FE1-B769-BBA12086F712}" type="parTrans" cxnId="{E6B5C27B-9ECE-4AD4-AB97-65A1D0E6B506}">
      <dgm:prSet/>
      <dgm:spPr/>
      <dgm:t>
        <a:bodyPr/>
        <a:lstStyle/>
        <a:p>
          <a:endParaRPr lang="en-US"/>
        </a:p>
      </dgm:t>
    </dgm:pt>
    <dgm:pt modelId="{5651FA69-A989-4981-9EF8-9426986F0FC2}" type="sibTrans" cxnId="{E6B5C27B-9ECE-4AD4-AB97-65A1D0E6B506}">
      <dgm:prSet/>
      <dgm:spPr/>
      <dgm:t>
        <a:bodyPr/>
        <a:lstStyle/>
        <a:p>
          <a:endParaRPr lang="en-US"/>
        </a:p>
      </dgm:t>
    </dgm:pt>
    <dgm:pt modelId="{34C7A31F-6093-44B2-9978-C91403EAE62B}">
      <dgm:prSet/>
      <dgm:spPr/>
      <dgm:t>
        <a:bodyPr/>
        <a:lstStyle/>
        <a:p>
          <a:r>
            <a:rPr lang="en-US"/>
            <a:t>High processing power.</a:t>
          </a:r>
        </a:p>
      </dgm:t>
    </dgm:pt>
    <dgm:pt modelId="{98AAB481-6A53-4867-A686-9A7DA627E2C2}" type="parTrans" cxnId="{D034911D-BC45-4786-A155-B34CD993A904}">
      <dgm:prSet/>
      <dgm:spPr/>
      <dgm:t>
        <a:bodyPr/>
        <a:lstStyle/>
        <a:p>
          <a:endParaRPr lang="en-US"/>
        </a:p>
      </dgm:t>
    </dgm:pt>
    <dgm:pt modelId="{6131B9A5-5412-4EBA-AEE2-049678E4D5D2}" type="sibTrans" cxnId="{D034911D-BC45-4786-A155-B34CD993A904}">
      <dgm:prSet/>
      <dgm:spPr/>
      <dgm:t>
        <a:bodyPr/>
        <a:lstStyle/>
        <a:p>
          <a:endParaRPr lang="en-US"/>
        </a:p>
      </dgm:t>
    </dgm:pt>
    <dgm:pt modelId="{A5103CD6-3399-4140-B535-310716666507}">
      <dgm:prSet/>
      <dgm:spPr/>
      <dgm:t>
        <a:bodyPr/>
        <a:lstStyle/>
        <a:p>
          <a:r>
            <a:rPr lang="en-US"/>
            <a:t>Cost-effective.</a:t>
          </a:r>
        </a:p>
      </dgm:t>
    </dgm:pt>
    <dgm:pt modelId="{07051221-06FC-4743-9C0D-5B07BFD6CD6A}" type="parTrans" cxnId="{558EAF7F-9426-40D0-B3CC-A453449E39E2}">
      <dgm:prSet/>
      <dgm:spPr/>
      <dgm:t>
        <a:bodyPr/>
        <a:lstStyle/>
        <a:p>
          <a:endParaRPr lang="en-US"/>
        </a:p>
      </dgm:t>
    </dgm:pt>
    <dgm:pt modelId="{A93A9BE4-317F-4DBE-9D5E-38B4B53F8A44}" type="sibTrans" cxnId="{558EAF7F-9426-40D0-B3CC-A453449E39E2}">
      <dgm:prSet/>
      <dgm:spPr/>
      <dgm:t>
        <a:bodyPr/>
        <a:lstStyle/>
        <a:p>
          <a:endParaRPr lang="en-US"/>
        </a:p>
      </dgm:t>
    </dgm:pt>
    <dgm:pt modelId="{39FB44C6-66B8-4B12-9B35-23EC15F104D4}">
      <dgm:prSet/>
      <dgm:spPr/>
      <dgm:t>
        <a:bodyPr/>
        <a:lstStyle/>
        <a:p>
          <a:r>
            <a:rPr lang="en-US"/>
            <a:t>Accessible anywhere.</a:t>
          </a:r>
        </a:p>
      </dgm:t>
    </dgm:pt>
    <dgm:pt modelId="{3B6DD2DB-5660-4900-924B-F1867A73DD9D}" type="parTrans" cxnId="{7BFA3BC4-FEB0-47E2-934D-CECD09155661}">
      <dgm:prSet/>
      <dgm:spPr/>
      <dgm:t>
        <a:bodyPr/>
        <a:lstStyle/>
        <a:p>
          <a:endParaRPr lang="en-US"/>
        </a:p>
      </dgm:t>
    </dgm:pt>
    <dgm:pt modelId="{A69DD2AD-BC7A-4989-B3FB-A87BD7697B92}" type="sibTrans" cxnId="{7BFA3BC4-FEB0-47E2-934D-CECD09155661}">
      <dgm:prSet/>
      <dgm:spPr/>
      <dgm:t>
        <a:bodyPr/>
        <a:lstStyle/>
        <a:p>
          <a:endParaRPr lang="en-US"/>
        </a:p>
      </dgm:t>
    </dgm:pt>
    <dgm:pt modelId="{6F7C4C40-E418-45AF-8D5C-528B0DF3214C}" type="pres">
      <dgm:prSet presAssocID="{CE392951-23FB-46BE-BA8F-2AD0B0098B29}" presName="vert0" presStyleCnt="0">
        <dgm:presLayoutVars>
          <dgm:dir/>
          <dgm:animOne val="branch"/>
          <dgm:animLvl val="lvl"/>
        </dgm:presLayoutVars>
      </dgm:prSet>
      <dgm:spPr/>
    </dgm:pt>
    <dgm:pt modelId="{5108BB10-E44C-423A-AE95-4D34B6295A73}" type="pres">
      <dgm:prSet presAssocID="{D3C96D97-23D4-4BDE-A80A-B8F87B085649}" presName="thickLine" presStyleLbl="alignNode1" presStyleIdx="0" presStyleCnt="4"/>
      <dgm:spPr/>
    </dgm:pt>
    <dgm:pt modelId="{45224A3F-C449-4002-996E-C6D8360CD71F}" type="pres">
      <dgm:prSet presAssocID="{D3C96D97-23D4-4BDE-A80A-B8F87B085649}" presName="horz1" presStyleCnt="0"/>
      <dgm:spPr/>
    </dgm:pt>
    <dgm:pt modelId="{E1A6F0CF-CCBF-4BDA-9F54-1FF0334EFD56}" type="pres">
      <dgm:prSet presAssocID="{D3C96D97-23D4-4BDE-A80A-B8F87B085649}" presName="tx1" presStyleLbl="revTx" presStyleIdx="0" presStyleCnt="4"/>
      <dgm:spPr/>
    </dgm:pt>
    <dgm:pt modelId="{EE5CAC32-0520-4E13-8DBD-08D78E6EFBBA}" type="pres">
      <dgm:prSet presAssocID="{D3C96D97-23D4-4BDE-A80A-B8F87B085649}" presName="vert1" presStyleCnt="0"/>
      <dgm:spPr/>
    </dgm:pt>
    <dgm:pt modelId="{F1CDEF25-E10B-4927-BAD5-5B2143F51BCA}" type="pres">
      <dgm:prSet presAssocID="{34C7A31F-6093-44B2-9978-C91403EAE62B}" presName="thickLine" presStyleLbl="alignNode1" presStyleIdx="1" presStyleCnt="4"/>
      <dgm:spPr/>
    </dgm:pt>
    <dgm:pt modelId="{80305B8C-CFE3-4585-8118-4FDF9E0A9A5B}" type="pres">
      <dgm:prSet presAssocID="{34C7A31F-6093-44B2-9978-C91403EAE62B}" presName="horz1" presStyleCnt="0"/>
      <dgm:spPr/>
    </dgm:pt>
    <dgm:pt modelId="{14375F4A-8176-4992-A855-17898FF7790F}" type="pres">
      <dgm:prSet presAssocID="{34C7A31F-6093-44B2-9978-C91403EAE62B}" presName="tx1" presStyleLbl="revTx" presStyleIdx="1" presStyleCnt="4"/>
      <dgm:spPr/>
    </dgm:pt>
    <dgm:pt modelId="{C33F3E2F-4B57-410B-852F-174EBC88CBE2}" type="pres">
      <dgm:prSet presAssocID="{34C7A31F-6093-44B2-9978-C91403EAE62B}" presName="vert1" presStyleCnt="0"/>
      <dgm:spPr/>
    </dgm:pt>
    <dgm:pt modelId="{E3984595-A478-438A-A5C8-D6ACC51B65C5}" type="pres">
      <dgm:prSet presAssocID="{A5103CD6-3399-4140-B535-310716666507}" presName="thickLine" presStyleLbl="alignNode1" presStyleIdx="2" presStyleCnt="4"/>
      <dgm:spPr/>
    </dgm:pt>
    <dgm:pt modelId="{E7A879F2-1526-4405-A529-97F525362548}" type="pres">
      <dgm:prSet presAssocID="{A5103CD6-3399-4140-B535-310716666507}" presName="horz1" presStyleCnt="0"/>
      <dgm:spPr/>
    </dgm:pt>
    <dgm:pt modelId="{F579D759-F2CC-4C1C-B8A4-955C6C64BEF1}" type="pres">
      <dgm:prSet presAssocID="{A5103CD6-3399-4140-B535-310716666507}" presName="tx1" presStyleLbl="revTx" presStyleIdx="2" presStyleCnt="4"/>
      <dgm:spPr/>
    </dgm:pt>
    <dgm:pt modelId="{57521EA7-C06C-45DC-BA85-FA75611795A5}" type="pres">
      <dgm:prSet presAssocID="{A5103CD6-3399-4140-B535-310716666507}" presName="vert1" presStyleCnt="0"/>
      <dgm:spPr/>
    </dgm:pt>
    <dgm:pt modelId="{134DD8BF-B71E-42D3-BB0E-B78D465FAE22}" type="pres">
      <dgm:prSet presAssocID="{39FB44C6-66B8-4B12-9B35-23EC15F104D4}" presName="thickLine" presStyleLbl="alignNode1" presStyleIdx="3" presStyleCnt="4"/>
      <dgm:spPr/>
    </dgm:pt>
    <dgm:pt modelId="{308C5B89-B4DB-4B82-B665-C4EDFB75F396}" type="pres">
      <dgm:prSet presAssocID="{39FB44C6-66B8-4B12-9B35-23EC15F104D4}" presName="horz1" presStyleCnt="0"/>
      <dgm:spPr/>
    </dgm:pt>
    <dgm:pt modelId="{C890D0BB-AEF6-4932-B280-71F6EEA86197}" type="pres">
      <dgm:prSet presAssocID="{39FB44C6-66B8-4B12-9B35-23EC15F104D4}" presName="tx1" presStyleLbl="revTx" presStyleIdx="3" presStyleCnt="4"/>
      <dgm:spPr/>
    </dgm:pt>
    <dgm:pt modelId="{ED7A8133-0B9D-4193-A178-C40D2F95F5C1}" type="pres">
      <dgm:prSet presAssocID="{39FB44C6-66B8-4B12-9B35-23EC15F104D4}" presName="vert1" presStyleCnt="0"/>
      <dgm:spPr/>
    </dgm:pt>
  </dgm:ptLst>
  <dgm:cxnLst>
    <dgm:cxn modelId="{58F6E805-AB98-4765-84BA-948A10165082}" type="presOf" srcId="{CE392951-23FB-46BE-BA8F-2AD0B0098B29}" destId="{6F7C4C40-E418-45AF-8D5C-528B0DF3214C}" srcOrd="0" destOrd="0" presId="urn:microsoft.com/office/officeart/2008/layout/LinedList"/>
    <dgm:cxn modelId="{D034911D-BC45-4786-A155-B34CD993A904}" srcId="{CE392951-23FB-46BE-BA8F-2AD0B0098B29}" destId="{34C7A31F-6093-44B2-9978-C91403EAE62B}" srcOrd="1" destOrd="0" parTransId="{98AAB481-6A53-4867-A686-9A7DA627E2C2}" sibTransId="{6131B9A5-5412-4EBA-AEE2-049678E4D5D2}"/>
    <dgm:cxn modelId="{75F05F5E-92E7-4B33-9F48-FB6586BC9EF4}" type="presOf" srcId="{A5103CD6-3399-4140-B535-310716666507}" destId="{F579D759-F2CC-4C1C-B8A4-955C6C64BEF1}" srcOrd="0" destOrd="0" presId="urn:microsoft.com/office/officeart/2008/layout/LinedList"/>
    <dgm:cxn modelId="{45D5916D-152F-4655-ABA4-9802850EFA05}" type="presOf" srcId="{39FB44C6-66B8-4B12-9B35-23EC15F104D4}" destId="{C890D0BB-AEF6-4932-B280-71F6EEA86197}" srcOrd="0" destOrd="0" presId="urn:microsoft.com/office/officeart/2008/layout/LinedList"/>
    <dgm:cxn modelId="{F67D9F71-A501-4F41-B327-E6568EBECA77}" type="presOf" srcId="{34C7A31F-6093-44B2-9978-C91403EAE62B}" destId="{14375F4A-8176-4992-A855-17898FF7790F}" srcOrd="0" destOrd="0" presId="urn:microsoft.com/office/officeart/2008/layout/LinedList"/>
    <dgm:cxn modelId="{E6B5C27B-9ECE-4AD4-AB97-65A1D0E6B506}" srcId="{CE392951-23FB-46BE-BA8F-2AD0B0098B29}" destId="{D3C96D97-23D4-4BDE-A80A-B8F87B085649}" srcOrd="0" destOrd="0" parTransId="{DC86886B-A5F0-4FE1-B769-BBA12086F712}" sibTransId="{5651FA69-A989-4981-9EF8-9426986F0FC2}"/>
    <dgm:cxn modelId="{558EAF7F-9426-40D0-B3CC-A453449E39E2}" srcId="{CE392951-23FB-46BE-BA8F-2AD0B0098B29}" destId="{A5103CD6-3399-4140-B535-310716666507}" srcOrd="2" destOrd="0" parTransId="{07051221-06FC-4743-9C0D-5B07BFD6CD6A}" sibTransId="{A93A9BE4-317F-4DBE-9D5E-38B4B53F8A44}"/>
    <dgm:cxn modelId="{65BE33B1-1523-48F6-AC3B-9928BC759945}" type="presOf" srcId="{D3C96D97-23D4-4BDE-A80A-B8F87B085649}" destId="{E1A6F0CF-CCBF-4BDA-9F54-1FF0334EFD56}" srcOrd="0" destOrd="0" presId="urn:microsoft.com/office/officeart/2008/layout/LinedList"/>
    <dgm:cxn modelId="{7BFA3BC4-FEB0-47E2-934D-CECD09155661}" srcId="{CE392951-23FB-46BE-BA8F-2AD0B0098B29}" destId="{39FB44C6-66B8-4B12-9B35-23EC15F104D4}" srcOrd="3" destOrd="0" parTransId="{3B6DD2DB-5660-4900-924B-F1867A73DD9D}" sibTransId="{A69DD2AD-BC7A-4989-B3FB-A87BD7697B92}"/>
    <dgm:cxn modelId="{6DCBF9A4-A72F-4CAF-BEE0-EC6F241A548E}" type="presParOf" srcId="{6F7C4C40-E418-45AF-8D5C-528B0DF3214C}" destId="{5108BB10-E44C-423A-AE95-4D34B6295A73}" srcOrd="0" destOrd="0" presId="urn:microsoft.com/office/officeart/2008/layout/LinedList"/>
    <dgm:cxn modelId="{57D378D1-7B0D-445C-8C66-CF1FEE80A61C}" type="presParOf" srcId="{6F7C4C40-E418-45AF-8D5C-528B0DF3214C}" destId="{45224A3F-C449-4002-996E-C6D8360CD71F}" srcOrd="1" destOrd="0" presId="urn:microsoft.com/office/officeart/2008/layout/LinedList"/>
    <dgm:cxn modelId="{B11DA8F1-2E95-4E04-8EDF-B100B77CE8FD}" type="presParOf" srcId="{45224A3F-C449-4002-996E-C6D8360CD71F}" destId="{E1A6F0CF-CCBF-4BDA-9F54-1FF0334EFD56}" srcOrd="0" destOrd="0" presId="urn:microsoft.com/office/officeart/2008/layout/LinedList"/>
    <dgm:cxn modelId="{3FBC6A23-815F-4820-900C-07EFEC0C045C}" type="presParOf" srcId="{45224A3F-C449-4002-996E-C6D8360CD71F}" destId="{EE5CAC32-0520-4E13-8DBD-08D78E6EFBBA}" srcOrd="1" destOrd="0" presId="urn:microsoft.com/office/officeart/2008/layout/LinedList"/>
    <dgm:cxn modelId="{E811B44F-3042-42A1-B7C5-C704277D798C}" type="presParOf" srcId="{6F7C4C40-E418-45AF-8D5C-528B0DF3214C}" destId="{F1CDEF25-E10B-4927-BAD5-5B2143F51BCA}" srcOrd="2" destOrd="0" presId="urn:microsoft.com/office/officeart/2008/layout/LinedList"/>
    <dgm:cxn modelId="{31A87E6F-3AE5-41BB-BF2F-8EA331D6B149}" type="presParOf" srcId="{6F7C4C40-E418-45AF-8D5C-528B0DF3214C}" destId="{80305B8C-CFE3-4585-8118-4FDF9E0A9A5B}" srcOrd="3" destOrd="0" presId="urn:microsoft.com/office/officeart/2008/layout/LinedList"/>
    <dgm:cxn modelId="{BA5930CC-F250-46F2-AB8C-C230F9971EE1}" type="presParOf" srcId="{80305B8C-CFE3-4585-8118-4FDF9E0A9A5B}" destId="{14375F4A-8176-4992-A855-17898FF7790F}" srcOrd="0" destOrd="0" presId="urn:microsoft.com/office/officeart/2008/layout/LinedList"/>
    <dgm:cxn modelId="{F4A47D2F-0030-48CC-9741-B5FE81D8E331}" type="presParOf" srcId="{80305B8C-CFE3-4585-8118-4FDF9E0A9A5B}" destId="{C33F3E2F-4B57-410B-852F-174EBC88CBE2}" srcOrd="1" destOrd="0" presId="urn:microsoft.com/office/officeart/2008/layout/LinedList"/>
    <dgm:cxn modelId="{3B2CC65C-344C-434D-9FB3-ABC347E2BC5D}" type="presParOf" srcId="{6F7C4C40-E418-45AF-8D5C-528B0DF3214C}" destId="{E3984595-A478-438A-A5C8-D6ACC51B65C5}" srcOrd="4" destOrd="0" presId="urn:microsoft.com/office/officeart/2008/layout/LinedList"/>
    <dgm:cxn modelId="{58CB92DF-DDBA-4ADA-B467-5537B57AD161}" type="presParOf" srcId="{6F7C4C40-E418-45AF-8D5C-528B0DF3214C}" destId="{E7A879F2-1526-4405-A529-97F525362548}" srcOrd="5" destOrd="0" presId="urn:microsoft.com/office/officeart/2008/layout/LinedList"/>
    <dgm:cxn modelId="{D84EF668-0529-4C22-9FEF-CAE16EF8E5BE}" type="presParOf" srcId="{E7A879F2-1526-4405-A529-97F525362548}" destId="{F579D759-F2CC-4C1C-B8A4-955C6C64BEF1}" srcOrd="0" destOrd="0" presId="urn:microsoft.com/office/officeart/2008/layout/LinedList"/>
    <dgm:cxn modelId="{9F942F9E-7303-4374-ACD6-5701BAADC567}" type="presParOf" srcId="{E7A879F2-1526-4405-A529-97F525362548}" destId="{57521EA7-C06C-45DC-BA85-FA75611795A5}" srcOrd="1" destOrd="0" presId="urn:microsoft.com/office/officeart/2008/layout/LinedList"/>
    <dgm:cxn modelId="{8DDC7B71-81D6-4B27-8AC0-0AF17C2E2803}" type="presParOf" srcId="{6F7C4C40-E418-45AF-8D5C-528B0DF3214C}" destId="{134DD8BF-B71E-42D3-BB0E-B78D465FAE22}" srcOrd="6" destOrd="0" presId="urn:microsoft.com/office/officeart/2008/layout/LinedList"/>
    <dgm:cxn modelId="{86ABB597-7AA1-4577-850D-D9163AA6809B}" type="presParOf" srcId="{6F7C4C40-E418-45AF-8D5C-528B0DF3214C}" destId="{308C5B89-B4DB-4B82-B665-C4EDFB75F396}" srcOrd="7" destOrd="0" presId="urn:microsoft.com/office/officeart/2008/layout/LinedList"/>
    <dgm:cxn modelId="{A701157F-CB55-4576-8539-EA944356094E}" type="presParOf" srcId="{308C5B89-B4DB-4B82-B665-C4EDFB75F396}" destId="{C890D0BB-AEF6-4932-B280-71F6EEA86197}" srcOrd="0" destOrd="0" presId="urn:microsoft.com/office/officeart/2008/layout/LinedList"/>
    <dgm:cxn modelId="{EE9748DF-36AC-4410-B170-7D93EA78028D}" type="presParOf" srcId="{308C5B89-B4DB-4B82-B665-C4EDFB75F396}" destId="{ED7A8133-0B9D-4193-A178-C40D2F95F5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9CAB6DE-0424-4550-B648-EAEC5649E842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F2DCB9D-47D0-49D3-A04A-DEDF7A3780A2}">
      <dgm:prSet/>
      <dgm:spPr/>
      <dgm:t>
        <a:bodyPr/>
        <a:lstStyle/>
        <a:p>
          <a:r>
            <a:rPr lang="en-US"/>
            <a:t>AI-based recommendation system.</a:t>
          </a:r>
        </a:p>
      </dgm:t>
    </dgm:pt>
    <dgm:pt modelId="{0F2FB02D-C56C-4A2E-A4A6-6E70FA2216DA}" type="parTrans" cxnId="{654BF4A7-DF91-4631-BAED-F87D7E212583}">
      <dgm:prSet/>
      <dgm:spPr/>
      <dgm:t>
        <a:bodyPr/>
        <a:lstStyle/>
        <a:p>
          <a:endParaRPr lang="en-US"/>
        </a:p>
      </dgm:t>
    </dgm:pt>
    <dgm:pt modelId="{834DF1E9-5C7B-4562-AAB7-4B49A2EDD2D8}" type="sibTrans" cxnId="{654BF4A7-DF91-4631-BAED-F87D7E212583}">
      <dgm:prSet/>
      <dgm:spPr/>
      <dgm:t>
        <a:bodyPr/>
        <a:lstStyle/>
        <a:p>
          <a:endParaRPr lang="en-US"/>
        </a:p>
      </dgm:t>
    </dgm:pt>
    <dgm:pt modelId="{3F56B961-7018-4664-BF50-4D8C729E588B}">
      <dgm:prSet/>
      <dgm:spPr/>
      <dgm:t>
        <a:bodyPr/>
        <a:lstStyle/>
        <a:p>
          <a:r>
            <a:rPr lang="en-US"/>
            <a:t>Real-time monitoring dashboard.</a:t>
          </a:r>
        </a:p>
      </dgm:t>
    </dgm:pt>
    <dgm:pt modelId="{0C3ED0BE-90F0-4D0A-A19A-611E2E2A8428}" type="parTrans" cxnId="{94181EFF-CA8A-4A9D-8140-0D3EF39D38CD}">
      <dgm:prSet/>
      <dgm:spPr/>
      <dgm:t>
        <a:bodyPr/>
        <a:lstStyle/>
        <a:p>
          <a:endParaRPr lang="en-US"/>
        </a:p>
      </dgm:t>
    </dgm:pt>
    <dgm:pt modelId="{5A16504D-E912-43FF-8E85-E7F39545ACA2}" type="sibTrans" cxnId="{94181EFF-CA8A-4A9D-8140-0D3EF39D38CD}">
      <dgm:prSet/>
      <dgm:spPr/>
      <dgm:t>
        <a:bodyPr/>
        <a:lstStyle/>
        <a:p>
          <a:endParaRPr lang="en-US"/>
        </a:p>
      </dgm:t>
    </dgm:pt>
    <dgm:pt modelId="{AB945758-719E-4AB1-B24B-B0368E8BFB2F}">
      <dgm:prSet/>
      <dgm:spPr/>
      <dgm:t>
        <a:bodyPr/>
        <a:lstStyle/>
        <a:p>
          <a:r>
            <a:rPr lang="en-US"/>
            <a:t>Predictive analytics using ML.</a:t>
          </a:r>
        </a:p>
      </dgm:t>
    </dgm:pt>
    <dgm:pt modelId="{34A5A4B3-52D1-4620-B1F3-CD2B81ACF296}" type="parTrans" cxnId="{8E938EFB-63DE-47CC-8C1C-831FA71D6203}">
      <dgm:prSet/>
      <dgm:spPr/>
      <dgm:t>
        <a:bodyPr/>
        <a:lstStyle/>
        <a:p>
          <a:endParaRPr lang="en-US"/>
        </a:p>
      </dgm:t>
    </dgm:pt>
    <dgm:pt modelId="{36A9A346-24FB-4535-91E0-14AECC7F967B}" type="sibTrans" cxnId="{8E938EFB-63DE-47CC-8C1C-831FA71D6203}">
      <dgm:prSet/>
      <dgm:spPr/>
      <dgm:t>
        <a:bodyPr/>
        <a:lstStyle/>
        <a:p>
          <a:endParaRPr lang="en-US"/>
        </a:p>
      </dgm:t>
    </dgm:pt>
    <dgm:pt modelId="{23050EAA-CCD7-4E30-B258-0233AA701A1C}" type="pres">
      <dgm:prSet presAssocID="{D9CAB6DE-0424-4550-B648-EAEC5649E842}" presName="vert0" presStyleCnt="0">
        <dgm:presLayoutVars>
          <dgm:dir/>
          <dgm:animOne val="branch"/>
          <dgm:animLvl val="lvl"/>
        </dgm:presLayoutVars>
      </dgm:prSet>
      <dgm:spPr/>
    </dgm:pt>
    <dgm:pt modelId="{C018C76F-CAD7-4603-B424-D8855EF4B609}" type="pres">
      <dgm:prSet presAssocID="{6F2DCB9D-47D0-49D3-A04A-DEDF7A3780A2}" presName="thickLine" presStyleLbl="alignNode1" presStyleIdx="0" presStyleCnt="3"/>
      <dgm:spPr/>
    </dgm:pt>
    <dgm:pt modelId="{18804B17-1AD7-48D4-A419-E9A5C18AF55E}" type="pres">
      <dgm:prSet presAssocID="{6F2DCB9D-47D0-49D3-A04A-DEDF7A3780A2}" presName="horz1" presStyleCnt="0"/>
      <dgm:spPr/>
    </dgm:pt>
    <dgm:pt modelId="{F480AE9F-6A80-4CB1-9FB6-AB692268F41F}" type="pres">
      <dgm:prSet presAssocID="{6F2DCB9D-47D0-49D3-A04A-DEDF7A3780A2}" presName="tx1" presStyleLbl="revTx" presStyleIdx="0" presStyleCnt="3"/>
      <dgm:spPr/>
    </dgm:pt>
    <dgm:pt modelId="{B3F287AE-F89B-4F7E-9EFF-1D48A838D44E}" type="pres">
      <dgm:prSet presAssocID="{6F2DCB9D-47D0-49D3-A04A-DEDF7A3780A2}" presName="vert1" presStyleCnt="0"/>
      <dgm:spPr/>
    </dgm:pt>
    <dgm:pt modelId="{6C8019E9-5052-4759-AF04-044661E19AAE}" type="pres">
      <dgm:prSet presAssocID="{3F56B961-7018-4664-BF50-4D8C729E588B}" presName="thickLine" presStyleLbl="alignNode1" presStyleIdx="1" presStyleCnt="3"/>
      <dgm:spPr/>
    </dgm:pt>
    <dgm:pt modelId="{B60F76D4-5F67-42DD-BE06-5BB8E0B5BE7C}" type="pres">
      <dgm:prSet presAssocID="{3F56B961-7018-4664-BF50-4D8C729E588B}" presName="horz1" presStyleCnt="0"/>
      <dgm:spPr/>
    </dgm:pt>
    <dgm:pt modelId="{8605E54A-60C0-43CD-8835-B098648137F6}" type="pres">
      <dgm:prSet presAssocID="{3F56B961-7018-4664-BF50-4D8C729E588B}" presName="tx1" presStyleLbl="revTx" presStyleIdx="1" presStyleCnt="3"/>
      <dgm:spPr/>
    </dgm:pt>
    <dgm:pt modelId="{702FE9B6-34ED-42BC-863D-3BE2C0A3E2BB}" type="pres">
      <dgm:prSet presAssocID="{3F56B961-7018-4664-BF50-4D8C729E588B}" presName="vert1" presStyleCnt="0"/>
      <dgm:spPr/>
    </dgm:pt>
    <dgm:pt modelId="{C44FE872-8D8B-4A65-89CE-5E13660ACBCB}" type="pres">
      <dgm:prSet presAssocID="{AB945758-719E-4AB1-B24B-B0368E8BFB2F}" presName="thickLine" presStyleLbl="alignNode1" presStyleIdx="2" presStyleCnt="3"/>
      <dgm:spPr/>
    </dgm:pt>
    <dgm:pt modelId="{CB670E1C-4BA0-43A9-AF0F-94EF3CCD7E3A}" type="pres">
      <dgm:prSet presAssocID="{AB945758-719E-4AB1-B24B-B0368E8BFB2F}" presName="horz1" presStyleCnt="0"/>
      <dgm:spPr/>
    </dgm:pt>
    <dgm:pt modelId="{702DA7C6-4651-4945-9D78-7747A9360220}" type="pres">
      <dgm:prSet presAssocID="{AB945758-719E-4AB1-B24B-B0368E8BFB2F}" presName="tx1" presStyleLbl="revTx" presStyleIdx="2" presStyleCnt="3"/>
      <dgm:spPr/>
    </dgm:pt>
    <dgm:pt modelId="{B9DD4338-6B57-4B52-96E2-5466E050157E}" type="pres">
      <dgm:prSet presAssocID="{AB945758-719E-4AB1-B24B-B0368E8BFB2F}" presName="vert1" presStyleCnt="0"/>
      <dgm:spPr/>
    </dgm:pt>
  </dgm:ptLst>
  <dgm:cxnLst>
    <dgm:cxn modelId="{D3570521-8466-43DD-AD8D-A1169006E355}" type="presOf" srcId="{3F56B961-7018-4664-BF50-4D8C729E588B}" destId="{8605E54A-60C0-43CD-8835-B098648137F6}" srcOrd="0" destOrd="0" presId="urn:microsoft.com/office/officeart/2008/layout/LinedList"/>
    <dgm:cxn modelId="{654BF4A7-DF91-4631-BAED-F87D7E212583}" srcId="{D9CAB6DE-0424-4550-B648-EAEC5649E842}" destId="{6F2DCB9D-47D0-49D3-A04A-DEDF7A3780A2}" srcOrd="0" destOrd="0" parTransId="{0F2FB02D-C56C-4A2E-A4A6-6E70FA2216DA}" sibTransId="{834DF1E9-5C7B-4562-AAB7-4B49A2EDD2D8}"/>
    <dgm:cxn modelId="{9FC172C7-E0A6-4930-9389-D12CC602683D}" type="presOf" srcId="{D9CAB6DE-0424-4550-B648-EAEC5649E842}" destId="{23050EAA-CCD7-4E30-B258-0233AA701A1C}" srcOrd="0" destOrd="0" presId="urn:microsoft.com/office/officeart/2008/layout/LinedList"/>
    <dgm:cxn modelId="{EE7710E0-7CA3-4CE7-BCC2-928EF30A8102}" type="presOf" srcId="{AB945758-719E-4AB1-B24B-B0368E8BFB2F}" destId="{702DA7C6-4651-4945-9D78-7747A9360220}" srcOrd="0" destOrd="0" presId="urn:microsoft.com/office/officeart/2008/layout/LinedList"/>
    <dgm:cxn modelId="{03DC10E5-92D5-4E49-A3A3-2936B210FD67}" type="presOf" srcId="{6F2DCB9D-47D0-49D3-A04A-DEDF7A3780A2}" destId="{F480AE9F-6A80-4CB1-9FB6-AB692268F41F}" srcOrd="0" destOrd="0" presId="urn:microsoft.com/office/officeart/2008/layout/LinedList"/>
    <dgm:cxn modelId="{8E938EFB-63DE-47CC-8C1C-831FA71D6203}" srcId="{D9CAB6DE-0424-4550-B648-EAEC5649E842}" destId="{AB945758-719E-4AB1-B24B-B0368E8BFB2F}" srcOrd="2" destOrd="0" parTransId="{34A5A4B3-52D1-4620-B1F3-CD2B81ACF296}" sibTransId="{36A9A346-24FB-4535-91E0-14AECC7F967B}"/>
    <dgm:cxn modelId="{94181EFF-CA8A-4A9D-8140-0D3EF39D38CD}" srcId="{D9CAB6DE-0424-4550-B648-EAEC5649E842}" destId="{3F56B961-7018-4664-BF50-4D8C729E588B}" srcOrd="1" destOrd="0" parTransId="{0C3ED0BE-90F0-4D0A-A19A-611E2E2A8428}" sibTransId="{5A16504D-E912-43FF-8E85-E7F39545ACA2}"/>
    <dgm:cxn modelId="{07E4450D-5B9C-4BE3-90D1-DD77A0433A09}" type="presParOf" srcId="{23050EAA-CCD7-4E30-B258-0233AA701A1C}" destId="{C018C76F-CAD7-4603-B424-D8855EF4B609}" srcOrd="0" destOrd="0" presId="urn:microsoft.com/office/officeart/2008/layout/LinedList"/>
    <dgm:cxn modelId="{F5F9C05A-F1B1-4CE6-9506-9CC483577005}" type="presParOf" srcId="{23050EAA-CCD7-4E30-B258-0233AA701A1C}" destId="{18804B17-1AD7-48D4-A419-E9A5C18AF55E}" srcOrd="1" destOrd="0" presId="urn:microsoft.com/office/officeart/2008/layout/LinedList"/>
    <dgm:cxn modelId="{257EB05F-9B13-4CCA-B576-44731D46F5B2}" type="presParOf" srcId="{18804B17-1AD7-48D4-A419-E9A5C18AF55E}" destId="{F480AE9F-6A80-4CB1-9FB6-AB692268F41F}" srcOrd="0" destOrd="0" presId="urn:microsoft.com/office/officeart/2008/layout/LinedList"/>
    <dgm:cxn modelId="{CB0A3912-37D1-4C1F-9564-14C443AB6A83}" type="presParOf" srcId="{18804B17-1AD7-48D4-A419-E9A5C18AF55E}" destId="{B3F287AE-F89B-4F7E-9EFF-1D48A838D44E}" srcOrd="1" destOrd="0" presId="urn:microsoft.com/office/officeart/2008/layout/LinedList"/>
    <dgm:cxn modelId="{06ECAF19-68D7-4BDA-87B6-1C7101E95487}" type="presParOf" srcId="{23050EAA-CCD7-4E30-B258-0233AA701A1C}" destId="{6C8019E9-5052-4759-AF04-044661E19AAE}" srcOrd="2" destOrd="0" presId="urn:microsoft.com/office/officeart/2008/layout/LinedList"/>
    <dgm:cxn modelId="{B33BF2ED-9032-403D-8C3B-E7CDA893A2A0}" type="presParOf" srcId="{23050EAA-CCD7-4E30-B258-0233AA701A1C}" destId="{B60F76D4-5F67-42DD-BE06-5BB8E0B5BE7C}" srcOrd="3" destOrd="0" presId="urn:microsoft.com/office/officeart/2008/layout/LinedList"/>
    <dgm:cxn modelId="{7C2BC46A-BFA1-4CDB-AD8F-7D279A414838}" type="presParOf" srcId="{B60F76D4-5F67-42DD-BE06-5BB8E0B5BE7C}" destId="{8605E54A-60C0-43CD-8835-B098648137F6}" srcOrd="0" destOrd="0" presId="urn:microsoft.com/office/officeart/2008/layout/LinedList"/>
    <dgm:cxn modelId="{43BE3CAB-A6AB-478C-A89E-C3CEBF834BE8}" type="presParOf" srcId="{B60F76D4-5F67-42DD-BE06-5BB8E0B5BE7C}" destId="{702FE9B6-34ED-42BC-863D-3BE2C0A3E2BB}" srcOrd="1" destOrd="0" presId="urn:microsoft.com/office/officeart/2008/layout/LinedList"/>
    <dgm:cxn modelId="{45E19737-0687-4C21-A0A2-8F5A2E103080}" type="presParOf" srcId="{23050EAA-CCD7-4E30-B258-0233AA701A1C}" destId="{C44FE872-8D8B-4A65-89CE-5E13660ACBCB}" srcOrd="4" destOrd="0" presId="urn:microsoft.com/office/officeart/2008/layout/LinedList"/>
    <dgm:cxn modelId="{FA598559-C762-4CD1-9474-B1F745887284}" type="presParOf" srcId="{23050EAA-CCD7-4E30-B258-0233AA701A1C}" destId="{CB670E1C-4BA0-43A9-AF0F-94EF3CCD7E3A}" srcOrd="5" destOrd="0" presId="urn:microsoft.com/office/officeart/2008/layout/LinedList"/>
    <dgm:cxn modelId="{653E9757-A8BA-4C19-8F90-037A050ACD9F}" type="presParOf" srcId="{CB670E1C-4BA0-43A9-AF0F-94EF3CCD7E3A}" destId="{702DA7C6-4651-4945-9D78-7747A9360220}" srcOrd="0" destOrd="0" presId="urn:microsoft.com/office/officeart/2008/layout/LinedList"/>
    <dgm:cxn modelId="{5EF2F160-9059-4FD2-B4A4-DB745CB4AA71}" type="presParOf" srcId="{CB670E1C-4BA0-43A9-AF0F-94EF3CCD7E3A}" destId="{B9DD4338-6B57-4B52-96E2-5466E050157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A9D9456-4342-481D-B09A-3A697A1AA179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FDC2117-F882-4451-A2C5-72D9AD87BA83}">
      <dgm:prSet/>
      <dgm:spPr/>
      <dgm:t>
        <a:bodyPr/>
        <a:lstStyle/>
        <a:p>
          <a:r>
            <a:rPr lang="en-US"/>
            <a:t>Cloud enables efficient analytics.</a:t>
          </a:r>
        </a:p>
      </dgm:t>
    </dgm:pt>
    <dgm:pt modelId="{67871F30-1F86-46C9-ABE1-C16F1B87642F}" type="parTrans" cxnId="{B7E9F6A4-C48B-470C-81D0-4771C9942542}">
      <dgm:prSet/>
      <dgm:spPr/>
      <dgm:t>
        <a:bodyPr/>
        <a:lstStyle/>
        <a:p>
          <a:endParaRPr lang="en-US"/>
        </a:p>
      </dgm:t>
    </dgm:pt>
    <dgm:pt modelId="{F551BB87-4688-41DF-99E8-277BC89AADC5}" type="sibTrans" cxnId="{B7E9F6A4-C48B-470C-81D0-4771C9942542}">
      <dgm:prSet/>
      <dgm:spPr/>
      <dgm:t>
        <a:bodyPr/>
        <a:lstStyle/>
        <a:p>
          <a:endParaRPr lang="en-US"/>
        </a:p>
      </dgm:t>
    </dgm:pt>
    <dgm:pt modelId="{7294AC70-D12B-4D75-96DA-43DE32A3864F}">
      <dgm:prSet/>
      <dgm:spPr/>
      <dgm:t>
        <a:bodyPr/>
        <a:lstStyle/>
        <a:p>
          <a:r>
            <a:rPr lang="en-US"/>
            <a:t>Helps institutions improve learning.</a:t>
          </a:r>
        </a:p>
      </dgm:t>
    </dgm:pt>
    <dgm:pt modelId="{D5A58D1B-965B-4C21-8DBE-B9EB22150517}" type="parTrans" cxnId="{9824EBA9-B081-4652-94A2-DC7174758BAE}">
      <dgm:prSet/>
      <dgm:spPr/>
      <dgm:t>
        <a:bodyPr/>
        <a:lstStyle/>
        <a:p>
          <a:endParaRPr lang="en-US"/>
        </a:p>
      </dgm:t>
    </dgm:pt>
    <dgm:pt modelId="{5500716F-70CD-439A-B9EC-39AB0B908356}" type="sibTrans" cxnId="{9824EBA9-B081-4652-94A2-DC7174758BAE}">
      <dgm:prSet/>
      <dgm:spPr/>
      <dgm:t>
        <a:bodyPr/>
        <a:lstStyle/>
        <a:p>
          <a:endParaRPr lang="en-US"/>
        </a:p>
      </dgm:t>
    </dgm:pt>
    <dgm:pt modelId="{D4E88A8A-5C2C-4FDA-A103-7E151EF95661}">
      <dgm:prSet/>
      <dgm:spPr/>
      <dgm:t>
        <a:bodyPr/>
        <a:lstStyle/>
        <a:p>
          <a:r>
            <a:rPr lang="en-US"/>
            <a:t>Supports data-driven decisions.</a:t>
          </a:r>
        </a:p>
      </dgm:t>
    </dgm:pt>
    <dgm:pt modelId="{302A0B62-D9A1-40B8-B81F-D9F872C4CDB0}" type="parTrans" cxnId="{052D1915-AD2C-450A-ACAA-0FF7AFCDE297}">
      <dgm:prSet/>
      <dgm:spPr/>
      <dgm:t>
        <a:bodyPr/>
        <a:lstStyle/>
        <a:p>
          <a:endParaRPr lang="en-US"/>
        </a:p>
      </dgm:t>
    </dgm:pt>
    <dgm:pt modelId="{74A05AD0-4F91-4C19-B3E7-6FBF8D486C15}" type="sibTrans" cxnId="{052D1915-AD2C-450A-ACAA-0FF7AFCDE297}">
      <dgm:prSet/>
      <dgm:spPr/>
      <dgm:t>
        <a:bodyPr/>
        <a:lstStyle/>
        <a:p>
          <a:endParaRPr lang="en-US"/>
        </a:p>
      </dgm:t>
    </dgm:pt>
    <dgm:pt modelId="{478975A5-1A99-4FBA-95A6-BF5E7B0C9D34}" type="pres">
      <dgm:prSet presAssocID="{7A9D9456-4342-481D-B09A-3A697A1AA179}" presName="vert0" presStyleCnt="0">
        <dgm:presLayoutVars>
          <dgm:dir/>
          <dgm:animOne val="branch"/>
          <dgm:animLvl val="lvl"/>
        </dgm:presLayoutVars>
      </dgm:prSet>
      <dgm:spPr/>
    </dgm:pt>
    <dgm:pt modelId="{82087517-3F3F-48C9-A85F-08788AAA4BB6}" type="pres">
      <dgm:prSet presAssocID="{0FDC2117-F882-4451-A2C5-72D9AD87BA83}" presName="thickLine" presStyleLbl="alignNode1" presStyleIdx="0" presStyleCnt="3"/>
      <dgm:spPr/>
    </dgm:pt>
    <dgm:pt modelId="{629FCCF3-F2A2-4B0A-8315-614B60ED6E21}" type="pres">
      <dgm:prSet presAssocID="{0FDC2117-F882-4451-A2C5-72D9AD87BA83}" presName="horz1" presStyleCnt="0"/>
      <dgm:spPr/>
    </dgm:pt>
    <dgm:pt modelId="{AB5A0394-1917-4672-99FF-A9F354457142}" type="pres">
      <dgm:prSet presAssocID="{0FDC2117-F882-4451-A2C5-72D9AD87BA83}" presName="tx1" presStyleLbl="revTx" presStyleIdx="0" presStyleCnt="3"/>
      <dgm:spPr/>
    </dgm:pt>
    <dgm:pt modelId="{3789D400-E0EE-4A25-9EC0-9CEA4635FCD4}" type="pres">
      <dgm:prSet presAssocID="{0FDC2117-F882-4451-A2C5-72D9AD87BA83}" presName="vert1" presStyleCnt="0"/>
      <dgm:spPr/>
    </dgm:pt>
    <dgm:pt modelId="{C210CB1B-17E9-4308-8D0A-0C936999F40F}" type="pres">
      <dgm:prSet presAssocID="{7294AC70-D12B-4D75-96DA-43DE32A3864F}" presName="thickLine" presStyleLbl="alignNode1" presStyleIdx="1" presStyleCnt="3"/>
      <dgm:spPr/>
    </dgm:pt>
    <dgm:pt modelId="{61952030-D6D9-41D8-84AE-B7922E7D51C6}" type="pres">
      <dgm:prSet presAssocID="{7294AC70-D12B-4D75-96DA-43DE32A3864F}" presName="horz1" presStyleCnt="0"/>
      <dgm:spPr/>
    </dgm:pt>
    <dgm:pt modelId="{54DC6485-95BB-40FA-8A9B-B65939CD2BAB}" type="pres">
      <dgm:prSet presAssocID="{7294AC70-D12B-4D75-96DA-43DE32A3864F}" presName="tx1" presStyleLbl="revTx" presStyleIdx="1" presStyleCnt="3"/>
      <dgm:spPr/>
    </dgm:pt>
    <dgm:pt modelId="{B5EB8D9D-6723-47DE-8A41-034CFA0C82D0}" type="pres">
      <dgm:prSet presAssocID="{7294AC70-D12B-4D75-96DA-43DE32A3864F}" presName="vert1" presStyleCnt="0"/>
      <dgm:spPr/>
    </dgm:pt>
    <dgm:pt modelId="{069F1112-5C43-41CF-BC7B-38032D4CFA8F}" type="pres">
      <dgm:prSet presAssocID="{D4E88A8A-5C2C-4FDA-A103-7E151EF95661}" presName="thickLine" presStyleLbl="alignNode1" presStyleIdx="2" presStyleCnt="3"/>
      <dgm:spPr/>
    </dgm:pt>
    <dgm:pt modelId="{816E76DA-EC00-4CC5-B696-4BA55811A6C3}" type="pres">
      <dgm:prSet presAssocID="{D4E88A8A-5C2C-4FDA-A103-7E151EF95661}" presName="horz1" presStyleCnt="0"/>
      <dgm:spPr/>
    </dgm:pt>
    <dgm:pt modelId="{8567837B-D4AA-428A-953F-CAEAE3C31CB9}" type="pres">
      <dgm:prSet presAssocID="{D4E88A8A-5C2C-4FDA-A103-7E151EF95661}" presName="tx1" presStyleLbl="revTx" presStyleIdx="2" presStyleCnt="3"/>
      <dgm:spPr/>
    </dgm:pt>
    <dgm:pt modelId="{5133F7D9-838A-4F2F-87F8-18CFF4D7F1DE}" type="pres">
      <dgm:prSet presAssocID="{D4E88A8A-5C2C-4FDA-A103-7E151EF95661}" presName="vert1" presStyleCnt="0"/>
      <dgm:spPr/>
    </dgm:pt>
  </dgm:ptLst>
  <dgm:cxnLst>
    <dgm:cxn modelId="{052D1915-AD2C-450A-ACAA-0FF7AFCDE297}" srcId="{7A9D9456-4342-481D-B09A-3A697A1AA179}" destId="{D4E88A8A-5C2C-4FDA-A103-7E151EF95661}" srcOrd="2" destOrd="0" parTransId="{302A0B62-D9A1-40B8-B81F-D9F872C4CDB0}" sibTransId="{74A05AD0-4F91-4C19-B3E7-6FBF8D486C15}"/>
    <dgm:cxn modelId="{20DFB82A-B972-4F33-A498-57A7842BA6D2}" type="presOf" srcId="{7A9D9456-4342-481D-B09A-3A697A1AA179}" destId="{478975A5-1A99-4FBA-95A6-BF5E7B0C9D34}" srcOrd="0" destOrd="0" presId="urn:microsoft.com/office/officeart/2008/layout/LinedList"/>
    <dgm:cxn modelId="{BD4D7185-9B92-4578-9C64-848FDA264332}" type="presOf" srcId="{D4E88A8A-5C2C-4FDA-A103-7E151EF95661}" destId="{8567837B-D4AA-428A-953F-CAEAE3C31CB9}" srcOrd="0" destOrd="0" presId="urn:microsoft.com/office/officeart/2008/layout/LinedList"/>
    <dgm:cxn modelId="{B7E9F6A4-C48B-470C-81D0-4771C9942542}" srcId="{7A9D9456-4342-481D-B09A-3A697A1AA179}" destId="{0FDC2117-F882-4451-A2C5-72D9AD87BA83}" srcOrd="0" destOrd="0" parTransId="{67871F30-1F86-46C9-ABE1-C16F1B87642F}" sibTransId="{F551BB87-4688-41DF-99E8-277BC89AADC5}"/>
    <dgm:cxn modelId="{9824EBA9-B081-4652-94A2-DC7174758BAE}" srcId="{7A9D9456-4342-481D-B09A-3A697A1AA179}" destId="{7294AC70-D12B-4D75-96DA-43DE32A3864F}" srcOrd="1" destOrd="0" parTransId="{D5A58D1B-965B-4C21-8DBE-B9EB22150517}" sibTransId="{5500716F-70CD-439A-B9EC-39AB0B908356}"/>
    <dgm:cxn modelId="{26E49FB3-8DD6-41CC-8114-E8311DD34F56}" type="presOf" srcId="{0FDC2117-F882-4451-A2C5-72D9AD87BA83}" destId="{AB5A0394-1917-4672-99FF-A9F354457142}" srcOrd="0" destOrd="0" presId="urn:microsoft.com/office/officeart/2008/layout/LinedList"/>
    <dgm:cxn modelId="{09ED01F3-4A3D-4E6A-999D-1E111B592707}" type="presOf" srcId="{7294AC70-D12B-4D75-96DA-43DE32A3864F}" destId="{54DC6485-95BB-40FA-8A9B-B65939CD2BAB}" srcOrd="0" destOrd="0" presId="urn:microsoft.com/office/officeart/2008/layout/LinedList"/>
    <dgm:cxn modelId="{D249FBCC-D015-4EA0-BE77-1315DC904800}" type="presParOf" srcId="{478975A5-1A99-4FBA-95A6-BF5E7B0C9D34}" destId="{82087517-3F3F-48C9-A85F-08788AAA4BB6}" srcOrd="0" destOrd="0" presId="urn:microsoft.com/office/officeart/2008/layout/LinedList"/>
    <dgm:cxn modelId="{A87DA347-63B6-47E2-BE16-BC48401909F7}" type="presParOf" srcId="{478975A5-1A99-4FBA-95A6-BF5E7B0C9D34}" destId="{629FCCF3-F2A2-4B0A-8315-614B60ED6E21}" srcOrd="1" destOrd="0" presId="urn:microsoft.com/office/officeart/2008/layout/LinedList"/>
    <dgm:cxn modelId="{084FA544-F0D9-4D1F-804F-F879C1CFEF97}" type="presParOf" srcId="{629FCCF3-F2A2-4B0A-8315-614B60ED6E21}" destId="{AB5A0394-1917-4672-99FF-A9F354457142}" srcOrd="0" destOrd="0" presId="urn:microsoft.com/office/officeart/2008/layout/LinedList"/>
    <dgm:cxn modelId="{CB2FC94D-6A14-4891-8CC4-094D81DABDBB}" type="presParOf" srcId="{629FCCF3-F2A2-4B0A-8315-614B60ED6E21}" destId="{3789D400-E0EE-4A25-9EC0-9CEA4635FCD4}" srcOrd="1" destOrd="0" presId="urn:microsoft.com/office/officeart/2008/layout/LinedList"/>
    <dgm:cxn modelId="{BBD816AA-7DE0-4D88-B66F-9849352028C0}" type="presParOf" srcId="{478975A5-1A99-4FBA-95A6-BF5E7B0C9D34}" destId="{C210CB1B-17E9-4308-8D0A-0C936999F40F}" srcOrd="2" destOrd="0" presId="urn:microsoft.com/office/officeart/2008/layout/LinedList"/>
    <dgm:cxn modelId="{279090EF-5A99-4D38-963D-42EA222B1CB5}" type="presParOf" srcId="{478975A5-1A99-4FBA-95A6-BF5E7B0C9D34}" destId="{61952030-D6D9-41D8-84AE-B7922E7D51C6}" srcOrd="3" destOrd="0" presId="urn:microsoft.com/office/officeart/2008/layout/LinedList"/>
    <dgm:cxn modelId="{1AD7CE34-06B1-42AA-8750-F7D8444C2107}" type="presParOf" srcId="{61952030-D6D9-41D8-84AE-B7922E7D51C6}" destId="{54DC6485-95BB-40FA-8A9B-B65939CD2BAB}" srcOrd="0" destOrd="0" presId="urn:microsoft.com/office/officeart/2008/layout/LinedList"/>
    <dgm:cxn modelId="{2D8F6B2A-FCC0-4DCD-9BFC-B3CB0029C2AD}" type="presParOf" srcId="{61952030-D6D9-41D8-84AE-B7922E7D51C6}" destId="{B5EB8D9D-6723-47DE-8A41-034CFA0C82D0}" srcOrd="1" destOrd="0" presId="urn:microsoft.com/office/officeart/2008/layout/LinedList"/>
    <dgm:cxn modelId="{F5F5BEDD-5C80-4340-9B7F-4008996EDFC2}" type="presParOf" srcId="{478975A5-1A99-4FBA-95A6-BF5E7B0C9D34}" destId="{069F1112-5C43-41CF-BC7B-38032D4CFA8F}" srcOrd="4" destOrd="0" presId="urn:microsoft.com/office/officeart/2008/layout/LinedList"/>
    <dgm:cxn modelId="{3F40D2BD-1807-47BA-ABD6-FB1B58B4A2A8}" type="presParOf" srcId="{478975A5-1A99-4FBA-95A6-BF5E7B0C9D34}" destId="{816E76DA-EC00-4CC5-B696-4BA55811A6C3}" srcOrd="5" destOrd="0" presId="urn:microsoft.com/office/officeart/2008/layout/LinedList"/>
    <dgm:cxn modelId="{AEFEB0B7-82EE-4482-A64D-84C633E572AA}" type="presParOf" srcId="{816E76DA-EC00-4CC5-B696-4BA55811A6C3}" destId="{8567837B-D4AA-428A-953F-CAEAE3C31CB9}" srcOrd="0" destOrd="0" presId="urn:microsoft.com/office/officeart/2008/layout/LinedList"/>
    <dgm:cxn modelId="{3CA36005-EB46-4D2A-8804-0384DF828E30}" type="presParOf" srcId="{816E76DA-EC00-4CC5-B696-4BA55811A6C3}" destId="{5133F7D9-838A-4F2F-87F8-18CFF4D7F1D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416D3-9279-43DB-A45C-B895C9BDDFC3}">
      <dsp:nvSpPr>
        <dsp:cNvPr id="0" name=""/>
        <dsp:cNvSpPr/>
      </dsp:nvSpPr>
      <dsp:spPr>
        <a:xfrm>
          <a:off x="0" y="4105454"/>
          <a:ext cx="5000124" cy="13475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Need scalable and real-time analytics.</a:t>
          </a:r>
        </a:p>
      </dsp:txBody>
      <dsp:txXfrm>
        <a:off x="0" y="4105454"/>
        <a:ext cx="5000124" cy="1347501"/>
      </dsp:txXfrm>
    </dsp:sp>
    <dsp:sp modelId="{979B7EFA-5CF4-4DBC-B963-A3836385B8F6}">
      <dsp:nvSpPr>
        <dsp:cNvPr id="0" name=""/>
        <dsp:cNvSpPr/>
      </dsp:nvSpPr>
      <dsp:spPr>
        <a:xfrm rot="10800000">
          <a:off x="0" y="2053209"/>
          <a:ext cx="5000124" cy="2072457"/>
        </a:xfrm>
        <a:prstGeom prst="upArrowCallou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Large-scale data processing required.</a:t>
          </a:r>
        </a:p>
      </dsp:txBody>
      <dsp:txXfrm rot="10800000">
        <a:off x="0" y="2053209"/>
        <a:ext cx="5000124" cy="1346620"/>
      </dsp:txXfrm>
    </dsp:sp>
    <dsp:sp modelId="{70476E61-3320-4A33-9E2A-820701C1BE67}">
      <dsp:nvSpPr>
        <dsp:cNvPr id="0" name=""/>
        <dsp:cNvSpPr/>
      </dsp:nvSpPr>
      <dsp:spPr>
        <a:xfrm rot="10800000">
          <a:off x="0" y="964"/>
          <a:ext cx="5000124" cy="2072457"/>
        </a:xfrm>
        <a:prstGeom prst="upArrowCallou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Manual tracking is difficult.</a:t>
          </a:r>
        </a:p>
      </dsp:txBody>
      <dsp:txXfrm rot="10800000">
        <a:off x="0" y="964"/>
        <a:ext cx="5000124" cy="13466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9237A0-1CFC-4BE7-8C85-9D269175FF6D}">
      <dsp:nvSpPr>
        <dsp:cNvPr id="0" name=""/>
        <dsp:cNvSpPr/>
      </dsp:nvSpPr>
      <dsp:spPr>
        <a:xfrm>
          <a:off x="0" y="4473396"/>
          <a:ext cx="1250031" cy="97866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77800" rIns="88902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Improve</a:t>
          </a:r>
        </a:p>
      </dsp:txBody>
      <dsp:txXfrm>
        <a:off x="0" y="4473396"/>
        <a:ext cx="1250031" cy="978669"/>
      </dsp:txXfrm>
    </dsp:sp>
    <dsp:sp modelId="{38709ABF-0487-4A29-AD69-FE9DA90498D6}">
      <dsp:nvSpPr>
        <dsp:cNvPr id="0" name=""/>
        <dsp:cNvSpPr/>
      </dsp:nvSpPr>
      <dsp:spPr>
        <a:xfrm>
          <a:off x="1250031" y="4473396"/>
          <a:ext cx="3750093" cy="97866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79400" rIns="76070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 learning experience.</a:t>
          </a:r>
        </a:p>
      </dsp:txBody>
      <dsp:txXfrm>
        <a:off x="1250031" y="4473396"/>
        <a:ext cx="3750093" cy="978669"/>
      </dsp:txXfrm>
    </dsp:sp>
    <dsp:sp modelId="{90964A91-DF84-44BF-BBA0-E325D676FC22}">
      <dsp:nvSpPr>
        <dsp:cNvPr id="0" name=""/>
        <dsp:cNvSpPr/>
      </dsp:nvSpPr>
      <dsp:spPr>
        <a:xfrm rot="10800000">
          <a:off x="0" y="2982882"/>
          <a:ext cx="1250031" cy="150519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77800" rIns="88902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Identify</a:t>
          </a:r>
        </a:p>
      </dsp:txBody>
      <dsp:txXfrm rot="-10800000">
        <a:off x="0" y="2982882"/>
        <a:ext cx="1250031" cy="978376"/>
      </dsp:txXfrm>
    </dsp:sp>
    <dsp:sp modelId="{81A5CBA6-F4D4-4FA2-9CE9-A647B595CE5D}">
      <dsp:nvSpPr>
        <dsp:cNvPr id="0" name=""/>
        <dsp:cNvSpPr/>
      </dsp:nvSpPr>
      <dsp:spPr>
        <a:xfrm>
          <a:off x="1250031" y="2982882"/>
          <a:ext cx="3750093" cy="978376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79400" rIns="76070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Identify popular courses.</a:t>
          </a:r>
        </a:p>
      </dsp:txBody>
      <dsp:txXfrm>
        <a:off x="1250031" y="2982882"/>
        <a:ext cx="3750093" cy="978376"/>
      </dsp:txXfrm>
    </dsp:sp>
    <dsp:sp modelId="{3099137F-0B20-4792-B21E-C0A75A851F6E}">
      <dsp:nvSpPr>
        <dsp:cNvPr id="0" name=""/>
        <dsp:cNvSpPr/>
      </dsp:nvSpPr>
      <dsp:spPr>
        <a:xfrm rot="10800000">
          <a:off x="0" y="1492368"/>
          <a:ext cx="1250031" cy="150519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77800" rIns="88902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Track</a:t>
          </a:r>
        </a:p>
      </dsp:txBody>
      <dsp:txXfrm rot="-10800000">
        <a:off x="0" y="1492368"/>
        <a:ext cx="1250031" cy="978376"/>
      </dsp:txXfrm>
    </dsp:sp>
    <dsp:sp modelId="{E18DB39E-BF00-4C37-B7FB-93A3D9F33E3E}">
      <dsp:nvSpPr>
        <dsp:cNvPr id="0" name=""/>
        <dsp:cNvSpPr/>
      </dsp:nvSpPr>
      <dsp:spPr>
        <a:xfrm>
          <a:off x="1250031" y="1492368"/>
          <a:ext cx="3750093" cy="978376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79400" rIns="76070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Track student performance.</a:t>
          </a:r>
        </a:p>
      </dsp:txBody>
      <dsp:txXfrm>
        <a:off x="1250031" y="1492368"/>
        <a:ext cx="3750093" cy="978376"/>
      </dsp:txXfrm>
    </dsp:sp>
    <dsp:sp modelId="{44EA7ADC-F76E-42DD-A2DD-1BA232B185D1}">
      <dsp:nvSpPr>
        <dsp:cNvPr id="0" name=""/>
        <dsp:cNvSpPr/>
      </dsp:nvSpPr>
      <dsp:spPr>
        <a:xfrm rot="10800000">
          <a:off x="0" y="1854"/>
          <a:ext cx="1250031" cy="150519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77800" rIns="88902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Analyze</a:t>
          </a:r>
        </a:p>
      </dsp:txBody>
      <dsp:txXfrm rot="-10800000">
        <a:off x="0" y="1854"/>
        <a:ext cx="1250031" cy="978376"/>
      </dsp:txXfrm>
    </dsp:sp>
    <dsp:sp modelId="{141EA19C-7327-4A8B-AB01-2BCAB7E327CB}">
      <dsp:nvSpPr>
        <dsp:cNvPr id="0" name=""/>
        <dsp:cNvSpPr/>
      </dsp:nvSpPr>
      <dsp:spPr>
        <a:xfrm>
          <a:off x="1250031" y="1854"/>
          <a:ext cx="3750093" cy="978376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79400" rIns="76070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Analyze course usage patterns.</a:t>
          </a:r>
        </a:p>
      </dsp:txBody>
      <dsp:txXfrm>
        <a:off x="1250031" y="1854"/>
        <a:ext cx="3750093" cy="978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E04D6-FC54-489C-8FAB-FE19F5367730}">
      <dsp:nvSpPr>
        <dsp:cNvPr id="0" name=""/>
        <dsp:cNvSpPr/>
      </dsp:nvSpPr>
      <dsp:spPr>
        <a:xfrm>
          <a:off x="0" y="412609"/>
          <a:ext cx="5000124" cy="14718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Cloud Platform: Microsoft Azure</a:t>
          </a:r>
        </a:p>
      </dsp:txBody>
      <dsp:txXfrm>
        <a:off x="71850" y="484459"/>
        <a:ext cx="4856424" cy="1328160"/>
      </dsp:txXfrm>
    </dsp:sp>
    <dsp:sp modelId="{FF10FDAD-124F-4345-AE32-1899F1097ED7}">
      <dsp:nvSpPr>
        <dsp:cNvPr id="0" name=""/>
        <dsp:cNvSpPr/>
      </dsp:nvSpPr>
      <dsp:spPr>
        <a:xfrm>
          <a:off x="0" y="1991029"/>
          <a:ext cx="5000124" cy="147186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Visualization: Power BI</a:t>
          </a:r>
        </a:p>
      </dsp:txBody>
      <dsp:txXfrm>
        <a:off x="71850" y="2062879"/>
        <a:ext cx="4856424" cy="1328160"/>
      </dsp:txXfrm>
    </dsp:sp>
    <dsp:sp modelId="{EEE12B42-AA42-4FE4-8329-74612536DB67}">
      <dsp:nvSpPr>
        <dsp:cNvPr id="0" name=""/>
        <dsp:cNvSpPr/>
      </dsp:nvSpPr>
      <dsp:spPr>
        <a:xfrm>
          <a:off x="0" y="3569450"/>
          <a:ext cx="5000124" cy="147186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Database: Cloud Storage / SQL Database</a:t>
          </a:r>
        </a:p>
      </dsp:txBody>
      <dsp:txXfrm>
        <a:off x="71850" y="3641300"/>
        <a:ext cx="4856424" cy="13281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4BF55-F82F-4D0C-B39A-EC0F4195FD98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698F51-EFFD-4A1D-B8FA-40C5C5F6F152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User interacts with Online Platform.</a:t>
          </a:r>
        </a:p>
      </dsp:txBody>
      <dsp:txXfrm>
        <a:off x="0" y="2663"/>
        <a:ext cx="5000124" cy="1816197"/>
      </dsp:txXfrm>
    </dsp:sp>
    <dsp:sp modelId="{417A7599-0B4F-4931-837D-C3444D9BF8D2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849A5A-0086-4567-A457-CE5B31F82B27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Data stored in Cloud Storage.</a:t>
          </a:r>
        </a:p>
      </dsp:txBody>
      <dsp:txXfrm>
        <a:off x="0" y="1818861"/>
        <a:ext cx="5000124" cy="1816197"/>
      </dsp:txXfrm>
    </dsp:sp>
    <dsp:sp modelId="{0AD6EBFE-BC45-4BBF-B46B-7EACF163D84A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8A1F78-5171-4188-AC5A-DA0C344BBBFA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Results visualized in Power BI Dashboard.</a:t>
          </a:r>
        </a:p>
      </dsp:txBody>
      <dsp:txXfrm>
        <a:off x="0" y="3635058"/>
        <a:ext cx="5000124" cy="18161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9BC55-5951-4238-80AE-DB0D9D26BE02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065FA7-40EC-48DD-BE2A-163DD1F3C4D6}">
      <dsp:nvSpPr>
        <dsp:cNvPr id="0" name=""/>
        <dsp:cNvSpPr/>
      </dsp:nvSpPr>
      <dsp:spPr>
        <a:xfrm>
          <a:off x="0" y="2663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Student ID</a:t>
          </a:r>
        </a:p>
      </dsp:txBody>
      <dsp:txXfrm>
        <a:off x="0" y="2663"/>
        <a:ext cx="5000124" cy="908098"/>
      </dsp:txXfrm>
    </dsp:sp>
    <dsp:sp modelId="{0D0F8945-7612-4996-A203-BA5DF86428F2}">
      <dsp:nvSpPr>
        <dsp:cNvPr id="0" name=""/>
        <dsp:cNvSpPr/>
      </dsp:nvSpPr>
      <dsp:spPr>
        <a:xfrm>
          <a:off x="0" y="910762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86DBC02-BE5E-4A42-B789-6B87BA18712C}">
      <dsp:nvSpPr>
        <dsp:cNvPr id="0" name=""/>
        <dsp:cNvSpPr/>
      </dsp:nvSpPr>
      <dsp:spPr>
        <a:xfrm>
          <a:off x="0" y="910762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Course Name</a:t>
          </a:r>
        </a:p>
      </dsp:txBody>
      <dsp:txXfrm>
        <a:off x="0" y="910762"/>
        <a:ext cx="5000124" cy="908098"/>
      </dsp:txXfrm>
    </dsp:sp>
    <dsp:sp modelId="{AC15176F-ADCD-490F-817F-D336C5361AA3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3B847C-D285-4520-A887-848E1523E8DA}">
      <dsp:nvSpPr>
        <dsp:cNvPr id="0" name=""/>
        <dsp:cNvSpPr/>
      </dsp:nvSpPr>
      <dsp:spPr>
        <a:xfrm>
          <a:off x="0" y="1818861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Login Time</a:t>
          </a:r>
        </a:p>
      </dsp:txBody>
      <dsp:txXfrm>
        <a:off x="0" y="1818861"/>
        <a:ext cx="5000124" cy="908098"/>
      </dsp:txXfrm>
    </dsp:sp>
    <dsp:sp modelId="{5650F37D-403F-4166-82A5-BF3F164B2731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8D8297-0D3E-45DC-8E33-011336340F5F}">
      <dsp:nvSpPr>
        <dsp:cNvPr id="0" name=""/>
        <dsp:cNvSpPr/>
      </dsp:nvSpPr>
      <dsp:spPr>
        <a:xfrm>
          <a:off x="0" y="2726960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Video Watch Time</a:t>
          </a:r>
        </a:p>
      </dsp:txBody>
      <dsp:txXfrm>
        <a:off x="0" y="2726960"/>
        <a:ext cx="5000124" cy="908098"/>
      </dsp:txXfrm>
    </dsp:sp>
    <dsp:sp modelId="{35B9CCEF-EBD7-456F-A7E4-EF70D13F6E65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2722CF-2880-4A71-BAC1-8125BB83F864}">
      <dsp:nvSpPr>
        <dsp:cNvPr id="0" name=""/>
        <dsp:cNvSpPr/>
      </dsp:nvSpPr>
      <dsp:spPr>
        <a:xfrm>
          <a:off x="0" y="3635058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Quiz Scores</a:t>
          </a:r>
        </a:p>
      </dsp:txBody>
      <dsp:txXfrm>
        <a:off x="0" y="3635058"/>
        <a:ext cx="5000124" cy="908098"/>
      </dsp:txXfrm>
    </dsp:sp>
    <dsp:sp modelId="{25DBA4EE-82F7-463C-A049-06A43E8F6D3B}">
      <dsp:nvSpPr>
        <dsp:cNvPr id="0" name=""/>
        <dsp:cNvSpPr/>
      </dsp:nvSpPr>
      <dsp:spPr>
        <a:xfrm>
          <a:off x="0" y="4543157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F1F2C6-05FD-4238-B12D-92C90E270DA9}">
      <dsp:nvSpPr>
        <dsp:cNvPr id="0" name=""/>
        <dsp:cNvSpPr/>
      </dsp:nvSpPr>
      <dsp:spPr>
        <a:xfrm>
          <a:off x="0" y="4543157"/>
          <a:ext cx="5000124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Completion Status</a:t>
          </a:r>
        </a:p>
      </dsp:txBody>
      <dsp:txXfrm>
        <a:off x="0" y="4543157"/>
        <a:ext cx="5000124" cy="9080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93255-1FC9-40FE-8948-AACB22EC373E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0CC677-3BC6-4407-A055-9B1454E0484A}">
      <dsp:nvSpPr>
        <dsp:cNvPr id="0" name=""/>
        <dsp:cNvSpPr/>
      </dsp:nvSpPr>
      <dsp:spPr>
        <a:xfrm>
          <a:off x="0" y="665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Data Collection</a:t>
          </a:r>
        </a:p>
      </dsp:txBody>
      <dsp:txXfrm>
        <a:off x="0" y="665"/>
        <a:ext cx="5000124" cy="1090517"/>
      </dsp:txXfrm>
    </dsp:sp>
    <dsp:sp modelId="{4826F3EB-911E-4169-981A-AB18BF67E01B}">
      <dsp:nvSpPr>
        <dsp:cNvPr id="0" name=""/>
        <dsp:cNvSpPr/>
      </dsp:nvSpPr>
      <dsp:spPr>
        <a:xfrm>
          <a:off x="0" y="1091183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78F045-752B-406C-A6CB-59E006DFF0F7}">
      <dsp:nvSpPr>
        <dsp:cNvPr id="0" name=""/>
        <dsp:cNvSpPr/>
      </dsp:nvSpPr>
      <dsp:spPr>
        <a:xfrm>
          <a:off x="0" y="1091183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Data Cleaning</a:t>
          </a:r>
        </a:p>
      </dsp:txBody>
      <dsp:txXfrm>
        <a:off x="0" y="1091183"/>
        <a:ext cx="5000124" cy="1090517"/>
      </dsp:txXfrm>
    </dsp:sp>
    <dsp:sp modelId="{66415391-2DEE-46B0-BDA7-20406C3E64DE}">
      <dsp:nvSpPr>
        <dsp:cNvPr id="0" name=""/>
        <dsp:cNvSpPr/>
      </dsp:nvSpPr>
      <dsp:spPr>
        <a:xfrm>
          <a:off x="0" y="2181701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5D04CE-FF4E-4B5E-95E3-3EDD227357EF}">
      <dsp:nvSpPr>
        <dsp:cNvPr id="0" name=""/>
        <dsp:cNvSpPr/>
      </dsp:nvSpPr>
      <dsp:spPr>
        <a:xfrm>
          <a:off x="0" y="2181701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Data Storage in Cloud</a:t>
          </a:r>
        </a:p>
      </dsp:txBody>
      <dsp:txXfrm>
        <a:off x="0" y="2181701"/>
        <a:ext cx="5000124" cy="1090517"/>
      </dsp:txXfrm>
    </dsp:sp>
    <dsp:sp modelId="{1573B25A-2880-4094-96B9-4AB15E47498A}">
      <dsp:nvSpPr>
        <dsp:cNvPr id="0" name=""/>
        <dsp:cNvSpPr/>
      </dsp:nvSpPr>
      <dsp:spPr>
        <a:xfrm>
          <a:off x="0" y="3272218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4011E9-CA01-44E0-B869-0F4EDDB34ECA}">
      <dsp:nvSpPr>
        <dsp:cNvPr id="0" name=""/>
        <dsp:cNvSpPr/>
      </dsp:nvSpPr>
      <dsp:spPr>
        <a:xfrm>
          <a:off x="0" y="3272218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Big Data Processing</a:t>
          </a:r>
        </a:p>
      </dsp:txBody>
      <dsp:txXfrm>
        <a:off x="0" y="3272218"/>
        <a:ext cx="5000124" cy="1090517"/>
      </dsp:txXfrm>
    </dsp:sp>
    <dsp:sp modelId="{95A45236-F3CA-4775-9703-31E43D4A19D7}">
      <dsp:nvSpPr>
        <dsp:cNvPr id="0" name=""/>
        <dsp:cNvSpPr/>
      </dsp:nvSpPr>
      <dsp:spPr>
        <a:xfrm>
          <a:off x="0" y="4362736"/>
          <a:ext cx="5000124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0686F6-4C2A-477E-AD34-D565C57B0CF9}">
      <dsp:nvSpPr>
        <dsp:cNvPr id="0" name=""/>
        <dsp:cNvSpPr/>
      </dsp:nvSpPr>
      <dsp:spPr>
        <a:xfrm>
          <a:off x="0" y="4362736"/>
          <a:ext cx="5000124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Visualization &amp; Reporting</a:t>
          </a:r>
        </a:p>
      </dsp:txBody>
      <dsp:txXfrm>
        <a:off x="0" y="4362736"/>
        <a:ext cx="5000124" cy="10905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7ECECA-9C6F-412D-8F5E-022795FCA9FE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9DB608-8E5D-4DD5-81CB-F81F579AD052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Course popularity analysis.</a:t>
          </a:r>
        </a:p>
      </dsp:txBody>
      <dsp:txXfrm>
        <a:off x="0" y="0"/>
        <a:ext cx="5000124" cy="1363480"/>
      </dsp:txXfrm>
    </dsp:sp>
    <dsp:sp modelId="{A7972F3F-7191-41BA-8017-91EF277A3EB8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F365CA-A965-454E-8ACB-3E9F51D1FB79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Student engagement tracking.</a:t>
          </a:r>
        </a:p>
      </dsp:txBody>
      <dsp:txXfrm>
        <a:off x="0" y="1363480"/>
        <a:ext cx="5000124" cy="1363480"/>
      </dsp:txXfrm>
    </dsp:sp>
    <dsp:sp modelId="{8F5D8EE3-1E67-4BFF-91F5-4B48E6C7BC45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501519-E100-4B07-A1F0-58FD4F6E0A16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Performance trend analysis.</a:t>
          </a:r>
        </a:p>
      </dsp:txBody>
      <dsp:txXfrm>
        <a:off x="0" y="2726960"/>
        <a:ext cx="5000124" cy="1363480"/>
      </dsp:txXfrm>
    </dsp:sp>
    <dsp:sp modelId="{E769B459-332A-44C4-A1CA-D628A8DF100B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09D5DA-5C88-448E-ACA3-EDC2C6D81E60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Dropout prediction.</a:t>
          </a:r>
        </a:p>
      </dsp:txBody>
      <dsp:txXfrm>
        <a:off x="0" y="4090440"/>
        <a:ext cx="5000124" cy="13634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08BB10-E44C-423A-AE95-4D34B6295A73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A6F0CF-CCBF-4BDA-9F54-1FF0334EFD56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Scalable storage.</a:t>
          </a:r>
        </a:p>
      </dsp:txBody>
      <dsp:txXfrm>
        <a:off x="0" y="0"/>
        <a:ext cx="5000124" cy="1363480"/>
      </dsp:txXfrm>
    </dsp:sp>
    <dsp:sp modelId="{F1CDEF25-E10B-4927-BAD5-5B2143F51BCA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375F4A-8176-4992-A855-17898FF7790F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High processing power.</a:t>
          </a:r>
        </a:p>
      </dsp:txBody>
      <dsp:txXfrm>
        <a:off x="0" y="1363480"/>
        <a:ext cx="5000124" cy="1363480"/>
      </dsp:txXfrm>
    </dsp:sp>
    <dsp:sp modelId="{E3984595-A478-438A-A5C8-D6ACC51B65C5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79D759-F2CC-4C1C-B8A4-955C6C64BEF1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Cost-effective.</a:t>
          </a:r>
        </a:p>
      </dsp:txBody>
      <dsp:txXfrm>
        <a:off x="0" y="2726960"/>
        <a:ext cx="5000124" cy="1363480"/>
      </dsp:txXfrm>
    </dsp:sp>
    <dsp:sp modelId="{134DD8BF-B71E-42D3-BB0E-B78D465FAE22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90D0BB-AEF6-4932-B280-71F6EEA86197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Accessible anywhere.</a:t>
          </a:r>
        </a:p>
      </dsp:txBody>
      <dsp:txXfrm>
        <a:off x="0" y="4090440"/>
        <a:ext cx="5000124" cy="13634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18C76F-CAD7-4603-B424-D8855EF4B609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80AE9F-6A80-4CB1-9FB6-AB692268F41F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AI-based recommendation system.</a:t>
          </a:r>
        </a:p>
      </dsp:txBody>
      <dsp:txXfrm>
        <a:off x="0" y="2663"/>
        <a:ext cx="5000124" cy="1816197"/>
      </dsp:txXfrm>
    </dsp:sp>
    <dsp:sp modelId="{6C8019E9-5052-4759-AF04-044661E19AAE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605E54A-60C0-43CD-8835-B098648137F6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Real-time monitoring dashboard.</a:t>
          </a:r>
        </a:p>
      </dsp:txBody>
      <dsp:txXfrm>
        <a:off x="0" y="1818861"/>
        <a:ext cx="5000124" cy="1816197"/>
      </dsp:txXfrm>
    </dsp:sp>
    <dsp:sp modelId="{C44FE872-8D8B-4A65-89CE-5E13660ACBCB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2DA7C6-4651-4945-9D78-7747A9360220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Predictive analytics using ML.</a:t>
          </a:r>
        </a:p>
      </dsp:txBody>
      <dsp:txXfrm>
        <a:off x="0" y="3635058"/>
        <a:ext cx="5000124" cy="181619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087517-3F3F-48C9-A85F-08788AAA4BB6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5A0394-1917-4672-99FF-A9F354457142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Cloud enables efficient analytics.</a:t>
          </a:r>
        </a:p>
      </dsp:txBody>
      <dsp:txXfrm>
        <a:off x="0" y="2663"/>
        <a:ext cx="5000124" cy="1816197"/>
      </dsp:txXfrm>
    </dsp:sp>
    <dsp:sp modelId="{C210CB1B-17E9-4308-8D0A-0C936999F40F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DC6485-95BB-40FA-8A9B-B65939CD2BAB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Helps institutions improve learning.</a:t>
          </a:r>
        </a:p>
      </dsp:txBody>
      <dsp:txXfrm>
        <a:off x="0" y="1818861"/>
        <a:ext cx="5000124" cy="1816197"/>
      </dsp:txXfrm>
    </dsp:sp>
    <dsp:sp modelId="{069F1112-5C43-41CF-BC7B-38032D4CFA8F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67837B-D4AA-428A-953F-CAEAE3C31CB9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Supports data-driven decisions.</a:t>
          </a:r>
        </a:p>
      </dsp:txBody>
      <dsp:txXfrm>
        <a:off x="0" y="3635058"/>
        <a:ext cx="5000124" cy="1816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Online Course Usage Analytics using Cloud</a:t>
            </a:r>
          </a:p>
        </p:txBody>
      </p:sp>
      <p:pic>
        <p:nvPicPr>
          <p:cNvPr id="5" name="Picture 4" descr="Geometric white clouds on a blue sky">
            <a:extLst>
              <a:ext uri="{FF2B5EF4-FFF2-40B4-BE49-F238E27FC236}">
                <a16:creationId xmlns:a16="http://schemas.microsoft.com/office/drawing/2014/main" id="{366E2A06-2FA1-A799-9C9F-7DBCCD5D3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03" r="45297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802955"/>
            <a:ext cx="3733482" cy="1454051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Introduction</a:t>
            </a:r>
          </a:p>
        </p:txBody>
      </p:sp>
      <p:pic>
        <p:nvPicPr>
          <p:cNvPr id="7" name="Graphic 6" descr="Cloud Computing">
            <a:extLst>
              <a:ext uri="{FF2B5EF4-FFF2-40B4-BE49-F238E27FC236}">
                <a16:creationId xmlns:a16="http://schemas.microsoft.com/office/drawing/2014/main" id="{E58B7D3A-9E4F-36AD-A620-B199FCC418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2421682"/>
            <a:ext cx="3733184" cy="3639289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Online learning platforms generate huge data.</a:t>
            </a:r>
          </a:p>
          <a:p>
            <a:r>
              <a:rPr lang="en-US" sz="1600">
                <a:solidFill>
                  <a:schemeClr val="tx2"/>
                </a:solidFill>
              </a:rPr>
              <a:t>Data includes login time, watch time, quiz scores.</a:t>
            </a:r>
          </a:p>
          <a:p>
            <a:r>
              <a:rPr lang="en-US" sz="1600">
                <a:solidFill>
                  <a:schemeClr val="tx2"/>
                </a:solidFill>
              </a:rPr>
              <a:t>Cloud is used to store and analyze large data.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58F1A6-5CE3-0E79-AFCE-DA111BFC77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45530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Project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602609-B861-59E1-5C0C-4F222E3A32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4345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200">
                <a:solidFill>
                  <a:srgbClr val="FFFFFF"/>
                </a:solidFill>
              </a:rPr>
              <a:t>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8B4001-7086-0EA7-D5AE-59A35765AF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039658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200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B7965D0F-0A52-5B0E-853B-90A8182A3A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45674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Data Collected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987C11-75B3-6CE2-E427-4882875BA0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817596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Data Processing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A98411-5F44-B4D1-28BC-0D1EB28727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856649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Analytics Performed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57DA79-BE6D-01C2-FCB2-985CF6217F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585865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Advantages of Cloud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90C824-D85F-6786-0D09-3F03FA8FF1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13995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2700">
                <a:solidFill>
                  <a:srgbClr val="FFFFFF"/>
                </a:solidFill>
              </a:rPr>
              <a:t>Future Enhancements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ED6C53-B073-505E-657C-600D3BEAA8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23457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EE9FD6-C93C-2248-0F28-0BC7829106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039485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IN" sz="3500"/>
              <a:t>Thank You</a:t>
            </a:r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2264F58B-11DB-C063-7916-93FF1A83A9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96" r="59969" b="-1"/>
          <a:stretch>
            <a:fillRect/>
          </a:stretch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5300" y="2409830"/>
            <a:ext cx="5098904" cy="3705217"/>
          </a:xfrm>
        </p:spPr>
        <p:txBody>
          <a:bodyPr>
            <a:normAutofit/>
          </a:bodyPr>
          <a:lstStyle/>
          <a:p>
            <a:r>
              <a:rPr lang="en-IN" sz="1700"/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213</Words>
  <Application>Microsoft Office PowerPoint</Application>
  <PresentationFormat>On-screen Show (4:3)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Online Course Usage Analytics using Cloud</vt:lpstr>
      <vt:lpstr>Introduction</vt:lpstr>
      <vt:lpstr>Problem Statement</vt:lpstr>
      <vt:lpstr>Project Objectives</vt:lpstr>
      <vt:lpstr>Technologies Used</vt:lpstr>
      <vt:lpstr>System Architecture</vt:lpstr>
      <vt:lpstr>Data Collected</vt:lpstr>
      <vt:lpstr>Data Processing Steps</vt:lpstr>
      <vt:lpstr>Analytics Performed</vt:lpstr>
      <vt:lpstr>Advantages of Cloud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Sirish</cp:lastModifiedBy>
  <cp:revision>3</cp:revision>
  <dcterms:created xsi:type="dcterms:W3CDTF">2013-01-27T09:14:16Z</dcterms:created>
  <dcterms:modified xsi:type="dcterms:W3CDTF">2026-04-21T13:14:33Z</dcterms:modified>
  <cp:category/>
</cp:coreProperties>
</file>